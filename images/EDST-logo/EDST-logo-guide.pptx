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media/image8.jpg" ContentType="image/jpg"/>
  <Override PartName="/ppt/media/image10.jpg" ContentType="image/jpg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848" r:id="rId5"/>
    <p:sldMasterId id="2147483812" r:id="rId6"/>
  </p:sldMasterIdLst>
  <p:notesMasterIdLst>
    <p:notesMasterId r:id="rId12"/>
  </p:notesMasterIdLst>
  <p:handoutMasterIdLst>
    <p:handoutMasterId r:id="rId13"/>
  </p:handoutMasterIdLst>
  <p:sldIdLst>
    <p:sldId id="726" r:id="rId7"/>
    <p:sldId id="787" r:id="rId8"/>
    <p:sldId id="734" r:id="rId9"/>
    <p:sldId id="735" r:id="rId10"/>
    <p:sldId id="770" r:id="rId11"/>
  </p:sldIdLst>
  <p:sldSz cx="12192000" cy="6858000"/>
  <p:notesSz cx="6858000" cy="9144000"/>
  <p:embeddedFontLst>
    <p:embeddedFont>
      <p:font typeface="Comic Sans MS" panose="030F0702030302020204" pitchFamily="66" charset="0"/>
      <p:regular r:id="rId14"/>
      <p:bold r:id="rId15"/>
      <p:italic r:id="rId16"/>
      <p:boldItalic r:id="rId17"/>
    </p:embeddedFont>
    <p:embeddedFont>
      <p:font typeface="UKCEH Suisse" panose="020B0504000000000000" pitchFamily="34" charset="-78"/>
      <p:regular r:id="rId18"/>
      <p:bold r:id="rId19"/>
      <p:italic r:id="rId20"/>
    </p:embeddedFont>
    <p:embeddedFont>
      <p:font typeface="UKCEH Suisse Medium" panose="020B0604000000000000" pitchFamily="34" charset="-78"/>
      <p:regular r:id="rId21"/>
    </p:embeddedFont>
    <p:embeddedFont>
      <p:font typeface="UKCEH Suisse Semibold" panose="020B0704000000000000" pitchFamily="34" charset="-78"/>
      <p:bold r:id="rId22"/>
    </p:embeddedFont>
  </p:embeddedFontLst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012E5B-4ECA-45EC-AE2F-8F8AE021CDC4}">
          <p14:sldIdLst>
            <p14:sldId id="726"/>
            <p14:sldId id="787"/>
            <p14:sldId id="734"/>
            <p14:sldId id="735"/>
            <p14:sldId id="770"/>
          </p14:sldIdLst>
        </p14:section>
        <p14:section name="Slides with Partner Logo Placements" id="{DE5F7318-DCE6-461C-93AE-FBFD04679BB2}">
          <p14:sldIdLst/>
        </p14:section>
      </p14:sectionLst>
    </p:ext>
    <p:ext uri="{EFAFB233-063F-42B5-8137-9DF3F51BA10A}">
      <p15:sldGuideLst xmlns:p15="http://schemas.microsoft.com/office/powerpoint/2012/main">
        <p15:guide id="3" pos="1255" userDrawn="1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710" y="690"/>
      </p:cViewPr>
      <p:guideLst>
        <p:guide pos="1255"/>
        <p:guide orient="horz" pos="2160"/>
        <p:guide orient="horz" pos="77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1064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FFFD52-4E12-EC8E-AAEF-39C3A0AD7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ABF57-5B87-44D4-F162-2819D1168F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898D0-32BC-4F94-B73D-13AC2973180F}" type="datetimeFigureOut">
              <a:rPr lang="en-GB" smtClean="0">
                <a:latin typeface="+mn-lt"/>
              </a:rPr>
              <a:t>02/10/2026</a:t>
            </a:fld>
            <a:endParaRPr lang="en-GB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A8452-D524-8034-26C6-AAB20B831C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1D46C-0051-0CFA-56AD-A9B54BCCD5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706D3-7BA1-4691-8510-215EF3DC7812}" type="slidenum">
              <a:rPr lang="en-GB" smtClean="0">
                <a:latin typeface="+mn-lt"/>
              </a:rPr>
              <a:t>‹#›</a:t>
            </a:fld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0719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A65CA9E3-CD76-4ECB-83AE-AF5819DFEB96}" type="datetimeFigureOut">
              <a:rPr lang="en-GB" smtClean="0"/>
              <a:pPr/>
              <a:t>02/10/2026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D9D9A469-41C0-4345-A332-60C64BEE914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6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C39EC67-35FF-2A44-894E-F494E04CA3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523" y="0"/>
            <a:ext cx="7848050" cy="6857519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800" y="464721"/>
            <a:ext cx="6724649" cy="1630779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4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defRPr sz="88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Title 1 54 pt</a:t>
            </a:r>
          </a:p>
          <a:p>
            <a:pPr lvl="1"/>
            <a:r>
              <a:rPr lang="en-US" dirty="0"/>
              <a:t>Title 2 88pt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40F34E-B8BF-70D7-C07A-B9F2337D4765}"/>
              </a:ext>
            </a:extLst>
          </p:cNvPr>
          <p:cNvSpPr/>
          <p:nvPr userDrawn="1"/>
        </p:nvSpPr>
        <p:spPr>
          <a:xfrm>
            <a:off x="440035" y="2753127"/>
            <a:ext cx="72000" cy="16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7B7D5D87-19D6-AB68-11C2-7D8D19E1A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201" y="2735171"/>
            <a:ext cx="4659595" cy="71627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8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28pt goes here over two lines.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257085F-D0E4-D339-8B75-A2DEB1453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201" y="3672791"/>
            <a:ext cx="3497262" cy="745625"/>
          </a:xfrm>
        </p:spPr>
        <p:txBody>
          <a:bodyPr anchor="b"/>
          <a:lstStyle>
            <a:lvl1pPr>
              <a:lnSpc>
                <a:spcPct val="100000"/>
              </a:lnSpc>
              <a:spcAft>
                <a:spcPts val="600"/>
              </a:spcAft>
              <a:defRPr sz="2200" spc="-40" baseline="0">
                <a:solidFill>
                  <a:schemeClr val="bg1"/>
                </a:solidFill>
              </a:defRPr>
            </a:lvl1pPr>
            <a:lvl2pPr>
              <a:buNone/>
              <a:defRPr sz="14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22pt Body Copy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17B78890-73A4-D91D-137F-29071C83D4E9}"/>
              </a:ext>
            </a:extLst>
          </p:cNvPr>
          <p:cNvSpPr txBox="1"/>
          <p:nvPr userDrawn="1"/>
        </p:nvSpPr>
        <p:spPr>
          <a:xfrm>
            <a:off x="2912742" y="5899505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5346C01-EA41-69AD-EC1E-B6A3612237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2" y="5814517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7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799" y="464721"/>
            <a:ext cx="11315511" cy="2297745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4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tabLst/>
              <a:defRPr sz="80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Title 1</a:t>
            </a:r>
          </a:p>
          <a:p>
            <a:pPr lvl="1"/>
            <a:r>
              <a:rPr lang="en-US" dirty="0"/>
              <a:t>Title 2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7B7D5D87-19D6-AB68-11C2-7D8D19E1A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123" y="4805391"/>
            <a:ext cx="5321418" cy="716273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28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257085F-D0E4-D339-8B75-A2DEB1453C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98123" y="5598316"/>
            <a:ext cx="3497262" cy="433616"/>
          </a:xfrm>
        </p:spPr>
        <p:txBody>
          <a:bodyPr anchor="t"/>
          <a:lstStyle>
            <a:lvl1pPr>
              <a:lnSpc>
                <a:spcPct val="100000"/>
              </a:lnSpc>
              <a:spcAft>
                <a:spcPts val="600"/>
              </a:spcAft>
              <a:defRPr sz="1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2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object 31"/>
          <p:cNvSpPr/>
          <p:nvPr/>
        </p:nvSpPr>
        <p:spPr>
          <a:xfrm>
            <a:off x="444896" y="4086833"/>
            <a:ext cx="11302415" cy="0"/>
          </a:xfrm>
          <a:custGeom>
            <a:avLst/>
            <a:gdLst/>
            <a:ahLst/>
            <a:cxnLst/>
            <a:rect l="l" t="t" r="r" b="b"/>
            <a:pathLst>
              <a:path w="18638520">
                <a:moveTo>
                  <a:pt x="0" y="0"/>
                </a:moveTo>
                <a:lnTo>
                  <a:pt x="18638175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pic>
        <p:nvPicPr>
          <p:cNvPr id="10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645" y="4173903"/>
            <a:ext cx="50796" cy="50796"/>
          </a:xfrm>
          <a:prstGeom prst="rect">
            <a:avLst/>
          </a:prstGeom>
        </p:spPr>
      </p:pic>
      <p:pic>
        <p:nvPicPr>
          <p:cNvPr id="12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0602" y="4173903"/>
            <a:ext cx="50796" cy="50796"/>
          </a:xfrm>
          <a:prstGeom prst="rect">
            <a:avLst/>
          </a:prstGeom>
        </p:spPr>
      </p:pic>
      <p:pic>
        <p:nvPicPr>
          <p:cNvPr id="25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2015" y="4173903"/>
            <a:ext cx="50796" cy="5079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44896" y="6428729"/>
            <a:ext cx="11302415" cy="0"/>
          </a:xfrm>
          <a:custGeom>
            <a:avLst/>
            <a:gdLst/>
            <a:ahLst/>
            <a:cxnLst/>
            <a:rect l="l" t="t" r="r" b="b"/>
            <a:pathLst>
              <a:path w="18638520">
                <a:moveTo>
                  <a:pt x="0" y="0"/>
                </a:moveTo>
                <a:lnTo>
                  <a:pt x="18638175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pic>
        <p:nvPicPr>
          <p:cNvPr id="27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645" y="6290864"/>
            <a:ext cx="50796" cy="5079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0602" y="6290864"/>
            <a:ext cx="50796" cy="50796"/>
          </a:xfrm>
          <a:prstGeom prst="rect">
            <a:avLst/>
          </a:prstGeom>
        </p:spPr>
      </p:pic>
      <p:pic>
        <p:nvPicPr>
          <p:cNvPr id="40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82015" y="6290864"/>
            <a:ext cx="50796" cy="50796"/>
          </a:xfrm>
          <a:prstGeom prst="rect">
            <a:avLst/>
          </a:prstGeom>
        </p:spPr>
      </p:pic>
      <p:sp>
        <p:nvSpPr>
          <p:cNvPr id="42" name="object 5">
            <a:extLst>
              <a:ext uri="{FF2B5EF4-FFF2-40B4-BE49-F238E27FC236}">
                <a16:creationId xmlns:a16="http://schemas.microsoft.com/office/drawing/2014/main" id="{66A23FD1-F12D-26BD-6788-27605A4C6CD3}"/>
              </a:ext>
            </a:extLst>
          </p:cNvPr>
          <p:cNvSpPr txBox="1"/>
          <p:nvPr userDrawn="1"/>
        </p:nvSpPr>
        <p:spPr>
          <a:xfrm>
            <a:off x="9711927" y="4921830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85BAFC2-E455-D334-B8DE-00A6CF7AC3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797" y="4836842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73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ject 3">
            <a:extLst>
              <a:ext uri="{FF2B5EF4-FFF2-40B4-BE49-F238E27FC236}">
                <a16:creationId xmlns:a16="http://schemas.microsoft.com/office/drawing/2014/main" id="{576A5031-287C-A37D-84F1-F396E449E53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8198" y="0"/>
            <a:ext cx="8263373" cy="6857519"/>
          </a:xfrm>
          <a:prstGeom prst="rect">
            <a:avLst/>
          </a:prstGeom>
        </p:spPr>
      </p:pic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800" y="464721"/>
            <a:ext cx="9202738" cy="2297745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0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tabLst/>
              <a:defRPr sz="88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 sz="3600" spc="-70" baseline="0">
                <a:solidFill>
                  <a:schemeClr val="tx2"/>
                </a:solidFill>
              </a:defRPr>
            </a:lvl7pPr>
          </a:lstStyle>
          <a:p>
            <a:pPr lvl="6"/>
            <a:r>
              <a:rPr lang="en-US" dirty="0"/>
              <a:t>Subtitle</a:t>
            </a:r>
          </a:p>
          <a:p>
            <a:pPr lvl="0"/>
            <a:r>
              <a:rPr lang="en-US" dirty="0"/>
              <a:t>Title 2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46D5E4DB-7D23-46BF-C14F-03934EEBC6C3}"/>
              </a:ext>
            </a:extLst>
          </p:cNvPr>
          <p:cNvSpPr txBox="1"/>
          <p:nvPr userDrawn="1"/>
        </p:nvSpPr>
        <p:spPr>
          <a:xfrm>
            <a:off x="2912742" y="5899505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E2631-92F5-BE91-A302-6ACC358BD0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2" y="5814517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60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3F0DE9-6E35-36A4-6D01-CA96336D5B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539046 w 12192000"/>
              <a:gd name="csY0" fmla="*/ 2428875 h 6858000"/>
              <a:gd name="csX1" fmla="*/ 431800 w 12192000"/>
              <a:gd name="csY1" fmla="*/ 2536121 h 6858000"/>
              <a:gd name="csX2" fmla="*/ 431800 w 12192000"/>
              <a:gd name="csY2" fmla="*/ 6347392 h 6858000"/>
              <a:gd name="csX3" fmla="*/ 539046 w 12192000"/>
              <a:gd name="csY3" fmla="*/ 6454638 h 6858000"/>
              <a:gd name="csX4" fmla="*/ 9173280 w 12192000"/>
              <a:gd name="csY4" fmla="*/ 6454638 h 6858000"/>
              <a:gd name="csX5" fmla="*/ 9280526 w 12192000"/>
              <a:gd name="csY5" fmla="*/ 6347392 h 6858000"/>
              <a:gd name="csX6" fmla="*/ 9280526 w 12192000"/>
              <a:gd name="csY6" fmla="*/ 2536121 h 6858000"/>
              <a:gd name="csX7" fmla="*/ 9173280 w 12192000"/>
              <a:gd name="csY7" fmla="*/ 2428875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539046" y="2428875"/>
                </a:moveTo>
                <a:cubicBezTo>
                  <a:pt x="479816" y="2428875"/>
                  <a:pt x="431800" y="2476891"/>
                  <a:pt x="431800" y="2536121"/>
                </a:cubicBezTo>
                <a:lnTo>
                  <a:pt x="431800" y="6347392"/>
                </a:lnTo>
                <a:cubicBezTo>
                  <a:pt x="431800" y="6406622"/>
                  <a:pt x="479816" y="6454638"/>
                  <a:pt x="539046" y="6454638"/>
                </a:cubicBezTo>
                <a:lnTo>
                  <a:pt x="9173280" y="6454638"/>
                </a:lnTo>
                <a:cubicBezTo>
                  <a:pt x="9232510" y="6454638"/>
                  <a:pt x="9280526" y="6406622"/>
                  <a:pt x="9280526" y="6347392"/>
                </a:cubicBezTo>
                <a:lnTo>
                  <a:pt x="9280526" y="2536121"/>
                </a:lnTo>
                <a:cubicBezTo>
                  <a:pt x="9280526" y="2476891"/>
                  <a:pt x="9232510" y="2428875"/>
                  <a:pt x="9173280" y="24288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noAutofit/>
          </a:bodyPr>
          <a:lstStyle>
            <a:lvl1pPr algn="l">
              <a:spcBef>
                <a:spcPts val="0"/>
              </a:spcBef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   This is a custom shape image placeholder. </a:t>
            </a:r>
            <a:br>
              <a:rPr lang="en-US" dirty="0"/>
            </a:br>
            <a:r>
              <a:rPr lang="en-US" dirty="0"/>
              <a:t>   Browse to image, paste image or drag and drop. </a:t>
            </a:r>
            <a:br>
              <a:rPr lang="en-US" dirty="0"/>
            </a:br>
            <a:r>
              <a:rPr lang="en-US" dirty="0"/>
              <a:t>   Reset slide to reset shape.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70597-6755-37E6-5611-30798D4E1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812" y="2762251"/>
            <a:ext cx="8140699" cy="1518086"/>
          </a:xfrm>
        </p:spPr>
        <p:txBody>
          <a:bodyPr/>
          <a:lstStyle>
            <a:lvl1pPr>
              <a:lnSpc>
                <a:spcPct val="72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1EA995AA-43C4-455F-70A2-AAD27EA09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4760914"/>
            <a:ext cx="5329237" cy="944796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</a:t>
            </a:r>
          </a:p>
        </p:txBody>
      </p:sp>
      <p:sp>
        <p:nvSpPr>
          <p:cNvPr id="6" name="Text Placeholder 44">
            <a:extLst>
              <a:ext uri="{FF2B5EF4-FFF2-40B4-BE49-F238E27FC236}">
                <a16:creationId xmlns:a16="http://schemas.microsoft.com/office/drawing/2014/main" id="{2BE112C2-7135-E7AA-96CD-00247DF94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762" y="5695792"/>
            <a:ext cx="5329237" cy="433616"/>
          </a:xfrm>
        </p:spPr>
        <p:txBody>
          <a:bodyPr anchor="b"/>
          <a:lstStyle>
            <a:lvl1pPr>
              <a:lnSpc>
                <a:spcPct val="100000"/>
              </a:lnSpc>
              <a:spcAft>
                <a:spcPts val="600"/>
              </a:spcAft>
              <a:defRPr sz="20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2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B75748-74B3-1BD5-4726-0F046B2022A3}"/>
              </a:ext>
            </a:extLst>
          </p:cNvPr>
          <p:cNvCxnSpPr/>
          <p:nvPr userDrawn="1"/>
        </p:nvCxnSpPr>
        <p:spPr>
          <a:xfrm>
            <a:off x="752300" y="4520625"/>
            <a:ext cx="81407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ject 5">
            <a:extLst>
              <a:ext uri="{FF2B5EF4-FFF2-40B4-BE49-F238E27FC236}">
                <a16:creationId xmlns:a16="http://schemas.microsoft.com/office/drawing/2014/main" id="{41A6FEFD-EB88-86C1-BA6A-5B0161C91562}"/>
              </a:ext>
            </a:extLst>
          </p:cNvPr>
          <p:cNvSpPr txBox="1"/>
          <p:nvPr userDrawn="1"/>
        </p:nvSpPr>
        <p:spPr>
          <a:xfrm>
            <a:off x="8183288" y="4920679"/>
            <a:ext cx="96071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20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20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20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F67D46-0C43-9061-A7D2-E8BD78EE0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89" y="4921830"/>
            <a:ext cx="1706203" cy="45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7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11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476973" y="532347"/>
            <a:ext cx="5714592" cy="60711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97917536-AC2E-04E3-8773-CE9AA4733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</p:spTree>
    <p:extLst>
      <p:ext uri="{BB962C8B-B14F-4D97-AF65-F5344CB8AC3E}">
        <p14:creationId xmlns:p14="http://schemas.microsoft.com/office/powerpoint/2010/main" val="234732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96000" y="532340"/>
            <a:ext cx="6095565" cy="63251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33FD5A4-7D42-D272-408D-7CDD537F8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</p:spTree>
    <p:extLst>
      <p:ext uri="{BB962C8B-B14F-4D97-AF65-F5344CB8AC3E}">
        <p14:creationId xmlns:p14="http://schemas.microsoft.com/office/powerpoint/2010/main" val="1253227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184893" y="736548"/>
            <a:ext cx="5782405" cy="578240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5187CA34-457F-0192-8BF6-529DAA1B48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</p:spTree>
    <p:extLst>
      <p:ext uri="{BB962C8B-B14F-4D97-AF65-F5344CB8AC3E}">
        <p14:creationId xmlns:p14="http://schemas.microsoft.com/office/powerpoint/2010/main" val="342338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2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96000" y="532340"/>
            <a:ext cx="6095565" cy="63251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sp>
        <p:nvSpPr>
          <p:cNvPr id="16" name="Text Placeholder 42">
            <a:extLst>
              <a:ext uri="{FF2B5EF4-FFF2-40B4-BE49-F238E27FC236}">
                <a16:creationId xmlns:a16="http://schemas.microsoft.com/office/drawing/2014/main" id="{7EE589D2-2A0B-A195-0E4D-E790A208C6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2906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1430340"/>
            <a:ext cx="5310188" cy="2720388"/>
          </a:xfrm>
        </p:spPr>
        <p:txBody>
          <a:bodyPr/>
          <a:lstStyle>
            <a:lvl1pPr>
              <a:defRPr sz="4800" spc="-17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 if required</a:t>
            </a:r>
            <a:br>
              <a:rPr lang="en-GB" dirty="0"/>
            </a:b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59" y="795828"/>
            <a:ext cx="5310188" cy="310352"/>
          </a:xfrm>
        </p:spPr>
        <p:txBody>
          <a:bodyPr/>
          <a:lstStyle>
            <a:lvl1pPr>
              <a:defRPr sz="2000" b="1" spc="-20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7268F453-5DD7-4B1B-D9E2-E8A983EBC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02443" y="1442171"/>
            <a:ext cx="4248143" cy="986701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sp>
        <p:nvSpPr>
          <p:cNvPr id="3" name="object 20"/>
          <p:cNvSpPr/>
          <p:nvPr userDrawn="1"/>
        </p:nvSpPr>
        <p:spPr>
          <a:xfrm>
            <a:off x="6096000" y="723849"/>
            <a:ext cx="0" cy="5943472"/>
          </a:xfrm>
          <a:custGeom>
            <a:avLst/>
            <a:gdLst/>
            <a:ahLst/>
            <a:cxnLst/>
            <a:rect l="l" t="t" r="r" b="b"/>
            <a:pathLst>
              <a:path h="9801225">
                <a:moveTo>
                  <a:pt x="0" y="0"/>
                </a:moveTo>
                <a:lnTo>
                  <a:pt x="0" y="9800748"/>
                </a:lnTo>
              </a:path>
            </a:pathLst>
          </a:custGeom>
          <a:ln w="10470">
            <a:solidFill>
              <a:srgbClr val="D5EAE6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5" name="object 14">
            <a:extLst>
              <a:ext uri="{FF2B5EF4-FFF2-40B4-BE49-F238E27FC236}">
                <a16:creationId xmlns:a16="http://schemas.microsoft.com/office/drawing/2014/main" id="{360B8ECF-9133-C99E-C5A9-E2E52B1C4435}"/>
              </a:ext>
            </a:extLst>
          </p:cNvPr>
          <p:cNvGrpSpPr/>
          <p:nvPr userDrawn="1"/>
        </p:nvGrpSpPr>
        <p:grpSpPr>
          <a:xfrm>
            <a:off x="6438981" y="1217676"/>
            <a:ext cx="224493" cy="224493"/>
            <a:chOff x="10679834" y="2116859"/>
            <a:chExt cx="370205" cy="370205"/>
          </a:xfrm>
        </p:grpSpPr>
        <p:sp>
          <p:nvSpPr>
            <p:cNvPr id="6" name="object 15">
              <a:extLst>
                <a:ext uri="{FF2B5EF4-FFF2-40B4-BE49-F238E27FC236}">
                  <a16:creationId xmlns:a16="http://schemas.microsoft.com/office/drawing/2014/main" id="{62AEEE1B-D552-0C83-11B2-961F25033E89}"/>
                </a:ext>
              </a:extLst>
            </p:cNvPr>
            <p:cNvSpPr/>
            <p:nvPr/>
          </p:nvSpPr>
          <p:spPr>
            <a:xfrm>
              <a:off x="10686949" y="211686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5">
                  <a:moveTo>
                    <a:pt x="0" y="0"/>
                  </a:moveTo>
                  <a:lnTo>
                    <a:pt x="0" y="369842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06EB6859-C8FF-37AA-B2E2-A7F59C880C2A}"/>
                </a:ext>
              </a:extLst>
            </p:cNvPr>
            <p:cNvSpPr/>
            <p:nvPr/>
          </p:nvSpPr>
          <p:spPr>
            <a:xfrm>
              <a:off x="10679838" y="2123974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0" y="0"/>
                  </a:moveTo>
                  <a:lnTo>
                    <a:pt x="369842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17">
            <a:extLst>
              <a:ext uri="{FF2B5EF4-FFF2-40B4-BE49-F238E27FC236}">
                <a16:creationId xmlns:a16="http://schemas.microsoft.com/office/drawing/2014/main" id="{AC44FE70-ED21-09C6-2FFA-81933275004B}"/>
              </a:ext>
            </a:extLst>
          </p:cNvPr>
          <p:cNvGrpSpPr/>
          <p:nvPr userDrawn="1"/>
        </p:nvGrpSpPr>
        <p:grpSpPr>
          <a:xfrm>
            <a:off x="11198076" y="2448338"/>
            <a:ext cx="224493" cy="224493"/>
            <a:chOff x="18621210" y="4239587"/>
            <a:chExt cx="370205" cy="370205"/>
          </a:xfrm>
        </p:grpSpPr>
        <p:sp>
          <p:nvSpPr>
            <p:cNvPr id="9" name="object 18">
              <a:extLst>
                <a:ext uri="{FF2B5EF4-FFF2-40B4-BE49-F238E27FC236}">
                  <a16:creationId xmlns:a16="http://schemas.microsoft.com/office/drawing/2014/main" id="{46C5D13F-6067-FA6D-7FCF-A0847D668019}"/>
                </a:ext>
              </a:extLst>
            </p:cNvPr>
            <p:cNvSpPr/>
            <p:nvPr/>
          </p:nvSpPr>
          <p:spPr>
            <a:xfrm>
              <a:off x="18983942" y="4239587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4">
                  <a:moveTo>
                    <a:pt x="0" y="369842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B08DF403-153B-2B6B-4C00-20CAD3DEB398}"/>
                </a:ext>
              </a:extLst>
            </p:cNvPr>
            <p:cNvSpPr/>
            <p:nvPr/>
          </p:nvSpPr>
          <p:spPr>
            <a:xfrm>
              <a:off x="18621210" y="4602315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>
                  <a:moveTo>
                    <a:pt x="369842" y="0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76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xt + Key Poi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6815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036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Intro text + Key Poin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1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solidFill>
                  <a:schemeClr val="bg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solidFill>
                  <a:schemeClr val="bg1"/>
                </a:solidFill>
                <a:latin typeface="+mn-lt"/>
              </a:defRPr>
            </a:lvl1pPr>
            <a:lvl2pPr marL="442913" indent="-179388">
              <a:defRPr>
                <a:solidFill>
                  <a:schemeClr val="bg1"/>
                </a:solidFill>
                <a:latin typeface="+mn-lt"/>
              </a:defRPr>
            </a:lvl2pPr>
            <a:lvl3pPr marL="263525" indent="0">
              <a:defRPr>
                <a:solidFill>
                  <a:schemeClr val="bg1"/>
                </a:solidFill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solidFill>
                  <a:schemeClr val="bg1"/>
                </a:solidFill>
                <a:latin typeface="+mn-lt"/>
              </a:defRPr>
            </a:lvl4pPr>
            <a:lvl5pPr marL="263525" indent="0">
              <a:defRPr b="1">
                <a:solidFill>
                  <a:schemeClr val="bg1"/>
                </a:solidFill>
                <a:latin typeface="+mn-lt"/>
              </a:defRPr>
            </a:lvl5pPr>
            <a:lvl6pPr marL="263525" indent="0">
              <a:defRPr>
                <a:solidFill>
                  <a:schemeClr val="bg1"/>
                </a:solidFill>
                <a:latin typeface="+mn-lt"/>
              </a:defRPr>
            </a:lvl6pPr>
            <a:lvl7pPr marL="263525" indent="0">
              <a:defRPr>
                <a:solidFill>
                  <a:schemeClr val="bg1"/>
                </a:solidFill>
                <a:latin typeface="+mn-lt"/>
              </a:defRPr>
            </a:lvl7pPr>
            <a:lvl8pPr marL="263525" indent="0">
              <a:defRPr>
                <a:solidFill>
                  <a:schemeClr val="bg1"/>
                </a:solidFill>
                <a:latin typeface="+mn-lt"/>
              </a:defRPr>
            </a:lvl8pPr>
            <a:lvl9pPr marL="263525" indent="0"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3F6AD7-838C-AE45-CA60-4023A2202E1E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00F0D318-D444-A580-8C5A-9D65D1C36559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8C35BABA-596E-10CB-570B-CE9634D9EDC7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48D2BD-D77D-EB95-A3BD-E8EACBE11735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6B137A-A3B9-10EC-BDFC-F457D1BE89BC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B0A5771-3B2C-E16E-54E8-2560C21CFB6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6220687-5C92-6FEA-A66B-D21487EA1EC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F08858-14F0-2ED0-FE94-5D1148037BAD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C41A12C-F34B-72EB-2013-599B949D191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D93C8E5-0A09-9DE8-137C-E66BF4F4295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object 3">
            <a:extLst>
              <a:ext uri="{FF2B5EF4-FFF2-40B4-BE49-F238E27FC236}">
                <a16:creationId xmlns:a16="http://schemas.microsoft.com/office/drawing/2014/main" id="{AB9422F4-0321-8ECA-0D22-010A3CA0EA8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238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2095500"/>
            <a:ext cx="5310187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10961841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1190F6-4839-3BC4-3834-FC3C4246B20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48426" y="2095500"/>
            <a:ext cx="5310187" cy="36639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sz="2200"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1810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Two Column Cop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2095500"/>
            <a:ext cx="5310187" cy="36639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sz="2200"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11315854" cy="465103"/>
          </a:xfrm>
        </p:spPr>
        <p:txBody>
          <a:bodyPr/>
          <a:lstStyle>
            <a:lvl1pPr>
              <a:defRPr sz="4000" spc="-110" baseline="0">
                <a:solidFill>
                  <a:schemeClr val="bg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A209C3-02C5-0F45-79F5-1519E3B0DB4F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18B8E1A2-4A04-C22C-6742-7C61B80E01A4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F1228E5F-1B31-850A-2E3A-8B0584ED3398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E4F8CAE-BBBF-81FB-95F8-23CFCB2738C9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0DA492A-03D2-4182-D822-E624937D7BFD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ADCB3C0-6B98-B00A-C41B-BAAB0853E94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89767C6-2183-D846-FB83-97C49300043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2D7F38E-78E2-A483-D29C-00FF8A436B42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CDF308D-6446-674C-8915-F372665C956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5685119-0475-BCB4-17C6-05D273F5353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" name="object 3">
            <a:extLst>
              <a:ext uri="{FF2B5EF4-FFF2-40B4-BE49-F238E27FC236}">
                <a16:creationId xmlns:a16="http://schemas.microsoft.com/office/drawing/2014/main" id="{97997FAB-742A-48C9-3343-1D09A9A5D4AC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D7BAE17-A6A2-AD34-3820-89C2C4E82C7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48426" y="2095500"/>
            <a:ext cx="5310187" cy="36639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sz="2200"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9776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1763713"/>
            <a:ext cx="5472000" cy="4660900"/>
          </a:xfrm>
          <a:prstGeom prst="roundRect">
            <a:avLst>
              <a:gd name="adj" fmla="val 2948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81394" y="1763713"/>
            <a:ext cx="5472000" cy="4660900"/>
          </a:xfrm>
          <a:prstGeom prst="roundRect">
            <a:avLst>
              <a:gd name="adj" fmla="val 2948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buSzPct val="120000"/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 algn="ctr">
              <a:buSzPct val="130000"/>
              <a:buFont typeface="Wingdings" panose="05000000000000000000" pitchFamily="2" charset="2"/>
              <a:buChar char=""/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1763713"/>
            <a:ext cx="3603951" cy="4660900"/>
          </a:xfrm>
          <a:prstGeom prst="roundRect">
            <a:avLst>
              <a:gd name="adj" fmla="val 2997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5C5BE2-57B5-23E6-6993-424A270A025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98711" y="1763713"/>
            <a:ext cx="3603951" cy="4660900"/>
          </a:xfrm>
          <a:prstGeom prst="roundRect">
            <a:avLst>
              <a:gd name="adj" fmla="val 2997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645987-F1E1-FFB1-1261-05C45635E9C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54662" y="1763713"/>
            <a:ext cx="3603951" cy="4660900"/>
          </a:xfrm>
          <a:prstGeom prst="roundRect">
            <a:avLst>
              <a:gd name="adj" fmla="val 2997"/>
            </a:avLst>
          </a:prstGeom>
          <a:solidFill>
            <a:schemeClr val="accent4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</p:spTree>
    <p:extLst>
      <p:ext uri="{BB962C8B-B14F-4D97-AF65-F5344CB8AC3E}">
        <p14:creationId xmlns:p14="http://schemas.microsoft.com/office/powerpoint/2010/main" val="606744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1763713"/>
            <a:ext cx="5567927" cy="2240450"/>
          </a:xfrm>
          <a:prstGeom prst="roundRect">
            <a:avLst>
              <a:gd name="adj" fmla="val 4820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0916EF3-F32B-36D6-870D-105D25A4893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90687" y="1763713"/>
            <a:ext cx="5567927" cy="2240450"/>
          </a:xfrm>
          <a:prstGeom prst="roundRect">
            <a:avLst>
              <a:gd name="adj" fmla="val 4820"/>
            </a:avLst>
          </a:prstGeom>
          <a:solidFill>
            <a:schemeClr val="accent4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B66A822-F2EE-A387-37D3-4DEA44253A69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2760" y="4184163"/>
            <a:ext cx="5567927" cy="2240450"/>
          </a:xfrm>
          <a:prstGeom prst="roundRect">
            <a:avLst>
              <a:gd name="adj" fmla="val 4820"/>
            </a:avLst>
          </a:prstGeom>
          <a:solidFill>
            <a:schemeClr val="accent5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46D81F-3D77-5E1E-E8C0-7DF536F50CD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0687" y="4184163"/>
            <a:ext cx="5567927" cy="2240450"/>
          </a:xfrm>
          <a:prstGeom prst="roundRect">
            <a:avLst>
              <a:gd name="adj" fmla="val 4820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</p:spTree>
    <p:extLst>
      <p:ext uri="{BB962C8B-B14F-4D97-AF65-F5344CB8AC3E}">
        <p14:creationId xmlns:p14="http://schemas.microsoft.com/office/powerpoint/2010/main" val="2130492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B55CEC-C705-64BD-19ED-92185284C3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4760913"/>
            <a:ext cx="4591203" cy="1663700"/>
          </a:xfrm>
          <a:prstGeom prst="rect">
            <a:avLst/>
          </a:prstGeom>
          <a:noFill/>
        </p:spPr>
        <p:txBody>
          <a:bodyPr wrap="square" lIns="360000" tIns="360000" rIns="360000" bIns="360000" anchor="ctr">
            <a:noAutofit/>
          </a:bodyPr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F131363-B243-5336-A49C-AF246E14DB2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460362" y="1984313"/>
            <a:ext cx="2555999" cy="2556000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6F56996-6BA2-81A1-4733-F1F3E5CC540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250730" y="1763713"/>
            <a:ext cx="6498512" cy="4660900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88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73980" y="2762250"/>
            <a:ext cx="5040000" cy="29972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Body Copy 15pt</a:t>
            </a:r>
          </a:p>
          <a:p>
            <a:pPr lvl="1"/>
            <a:r>
              <a:rPr lang="en-US" dirty="0"/>
              <a:t>Bullet 15pt</a:t>
            </a:r>
          </a:p>
          <a:p>
            <a:pPr lvl="2"/>
            <a:r>
              <a:rPr lang="en-US" dirty="0"/>
              <a:t>Subheading 17pt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73980" y="1153525"/>
            <a:ext cx="5040000" cy="465103"/>
          </a:xfrm>
        </p:spPr>
        <p:txBody>
          <a:bodyPr/>
          <a:lstStyle>
            <a:lvl1pPr>
              <a:defRPr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sz="2200" b="0"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Subheading 17pt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6075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3036E-F920-F98C-8706-2B63124613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32063" y="115887"/>
            <a:ext cx="90932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GB"/>
              <a:t>[ presentation title ]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73980" y="2762250"/>
            <a:ext cx="5040000" cy="29972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Body Copy 15pt</a:t>
            </a:r>
          </a:p>
          <a:p>
            <a:pPr lvl="1"/>
            <a:r>
              <a:rPr lang="en-US" dirty="0"/>
              <a:t>Bullet 15pt</a:t>
            </a:r>
          </a:p>
          <a:p>
            <a:pPr lvl="2"/>
            <a:r>
              <a:rPr lang="en-US" dirty="0"/>
              <a:t>Subheading 17pt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73980" y="1153525"/>
            <a:ext cx="5040000" cy="465103"/>
          </a:xfrm>
        </p:spPr>
        <p:txBody>
          <a:bodyPr/>
          <a:lstStyle>
            <a:lvl1pPr>
              <a:defRPr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sz="2200" b="0"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Subheading 17pt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485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py + Chart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996876B-8780-17E3-0308-C75C806CE8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4443128 w 12192000"/>
              <a:gd name="csY0" fmla="*/ 782150 h 6858000"/>
              <a:gd name="csX1" fmla="*/ 4332287 w 12192000"/>
              <a:gd name="csY1" fmla="*/ 892991 h 6858000"/>
              <a:gd name="csX2" fmla="*/ 4332287 w 12192000"/>
              <a:gd name="csY2" fmla="*/ 6450296 h 6858000"/>
              <a:gd name="csX3" fmla="*/ 4443128 w 12192000"/>
              <a:gd name="csY3" fmla="*/ 6561137 h 6858000"/>
              <a:gd name="csX4" fmla="*/ 11781121 w 12192000"/>
              <a:gd name="csY4" fmla="*/ 6561137 h 6858000"/>
              <a:gd name="csX5" fmla="*/ 11891962 w 12192000"/>
              <a:gd name="csY5" fmla="*/ 6450296 h 6858000"/>
              <a:gd name="csX6" fmla="*/ 11891962 w 12192000"/>
              <a:gd name="csY6" fmla="*/ 892991 h 6858000"/>
              <a:gd name="csX7" fmla="*/ 11781121 w 12192000"/>
              <a:gd name="csY7" fmla="*/ 782150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4443128" y="782150"/>
                </a:moveTo>
                <a:cubicBezTo>
                  <a:pt x="4381912" y="782150"/>
                  <a:pt x="4332287" y="831775"/>
                  <a:pt x="4332287" y="892991"/>
                </a:cubicBezTo>
                <a:lnTo>
                  <a:pt x="4332287" y="6450296"/>
                </a:lnTo>
                <a:cubicBezTo>
                  <a:pt x="4332287" y="6511512"/>
                  <a:pt x="4381912" y="6561137"/>
                  <a:pt x="4443128" y="6561137"/>
                </a:cubicBezTo>
                <a:lnTo>
                  <a:pt x="11781121" y="6561137"/>
                </a:lnTo>
                <a:cubicBezTo>
                  <a:pt x="11842337" y="6561137"/>
                  <a:pt x="11891962" y="6511512"/>
                  <a:pt x="11891962" y="6450296"/>
                </a:cubicBezTo>
                <a:lnTo>
                  <a:pt x="11891962" y="892991"/>
                </a:lnTo>
                <a:cubicBezTo>
                  <a:pt x="11891962" y="831775"/>
                  <a:pt x="11842337" y="782150"/>
                  <a:pt x="11781121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3529166" cy="465103"/>
          </a:xfrm>
        </p:spPr>
        <p:txBody>
          <a:bodyPr/>
          <a:lstStyle>
            <a:lvl1pPr>
              <a:defRPr sz="32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679951" y="2095500"/>
            <a:ext cx="6724650" cy="36639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79950" y="1153525"/>
            <a:ext cx="672465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45F9-0E47-5AD3-7D09-78C317E628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352916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15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C0B12A-829E-DCC6-5EDF-96C3D6461A49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CD38FF-6A88-F0C3-7AAB-743F765988CE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C91007F-1B66-BF9B-46C2-CE94DBF659A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2CE5E4-780C-3A4B-D890-037155C3F47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2FCDEC-00EE-F122-23F8-280B11FA64CB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2F9D36-AF5A-BEA4-C007-6AAF3914BB4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B151F6A-F227-4E6E-77D7-0BF2AAE543F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object 3">
            <a:extLst>
              <a:ext uri="{FF2B5EF4-FFF2-40B4-BE49-F238E27FC236}">
                <a16:creationId xmlns:a16="http://schemas.microsoft.com/office/drawing/2014/main" id="{7E7F73EB-0437-6B0A-FDE4-C3919465699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6386E776-22C5-7B20-519A-18FEEEEAFD6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442C297F-BB52-0230-35F2-7933423C4B91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3042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Copy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94135D-DF0E-A057-A16F-01D0E6806DD0}"/>
              </a:ext>
            </a:extLst>
          </p:cNvPr>
          <p:cNvSpPr/>
          <p:nvPr userDrawn="1"/>
        </p:nvSpPr>
        <p:spPr>
          <a:xfrm>
            <a:off x="4332287" y="782150"/>
            <a:ext cx="7559675" cy="5778987"/>
          </a:xfrm>
          <a:prstGeom prst="roundRect">
            <a:avLst>
              <a:gd name="adj" fmla="val 19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3529166" cy="465103"/>
          </a:xfrm>
        </p:spPr>
        <p:txBody>
          <a:bodyPr/>
          <a:lstStyle>
            <a:lvl1pPr>
              <a:defRPr sz="32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679951" y="2762250"/>
            <a:ext cx="6724650" cy="299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 dirty="0"/>
              <a:t>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  <a:p>
            <a:pPr lvl="3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79950" y="2087549"/>
            <a:ext cx="6724650" cy="63204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sz="2200" b="0">
                <a:solidFill>
                  <a:schemeClr val="bg1"/>
                </a:solidFill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45F9-0E47-5AD3-7D09-78C317E628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352916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15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7973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hart Comparison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A1225B4-9AFE-C765-9443-404DA18886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299285 w 12192000"/>
              <a:gd name="csY8" fmla="*/ 782150 h 6858000"/>
              <a:gd name="csX9" fmla="*/ 6189920 w 12192000"/>
              <a:gd name="csY9" fmla="*/ 891515 h 6858000"/>
              <a:gd name="csX10" fmla="*/ 6189920 w 12192000"/>
              <a:gd name="csY10" fmla="*/ 6451772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0 w 12192000"/>
              <a:gd name="csY16" fmla="*/ 0 h 6858000"/>
              <a:gd name="csX17" fmla="*/ 12192000 w 12192000"/>
              <a:gd name="csY17" fmla="*/ 0 h 6858000"/>
              <a:gd name="csX18" fmla="*/ 12192000 w 12192000"/>
              <a:gd name="csY18" fmla="*/ 6858000 h 6858000"/>
              <a:gd name="csX19" fmla="*/ 0 w 12192000"/>
              <a:gd name="csY1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299285" y="782150"/>
                </a:moveTo>
                <a:cubicBezTo>
                  <a:pt x="6238884" y="782150"/>
                  <a:pt x="6189920" y="831114"/>
                  <a:pt x="6189920" y="891515"/>
                </a:cubicBezTo>
                <a:lnTo>
                  <a:pt x="6189920" y="6451772"/>
                </a:lnTo>
                <a:cubicBezTo>
                  <a:pt x="6189920" y="6512173"/>
                  <a:pt x="6238884" y="6561137"/>
                  <a:pt x="6299285" y="6561137"/>
                </a:cubicBez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F13B41-F28A-250E-CF8F-CD5602034D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0BE7B-A022-929F-7620-760547156F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20941" y="1096964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80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94135D-DF0E-A057-A16F-01D0E6806DD0}"/>
              </a:ext>
            </a:extLst>
          </p:cNvPr>
          <p:cNvSpPr/>
          <p:nvPr userDrawn="1"/>
        </p:nvSpPr>
        <p:spPr>
          <a:xfrm>
            <a:off x="277813" y="782151"/>
            <a:ext cx="5732107" cy="5778986"/>
          </a:xfrm>
          <a:prstGeom prst="roundRect">
            <a:avLst>
              <a:gd name="adj" fmla="val 19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3866" y="1071659"/>
            <a:ext cx="5040000" cy="666749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sz="2200" b="0">
                <a:solidFill>
                  <a:schemeClr val="bg1"/>
                </a:solidFill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Subheading 17pt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DF94E8-6763-1C50-9DBB-8A61090719F6}"/>
              </a:ext>
            </a:extLst>
          </p:cNvPr>
          <p:cNvSpPr/>
          <p:nvPr userDrawn="1"/>
        </p:nvSpPr>
        <p:spPr>
          <a:xfrm>
            <a:off x="6189920" y="782150"/>
            <a:ext cx="5702043" cy="5778987"/>
          </a:xfrm>
          <a:prstGeom prst="roundRect">
            <a:avLst>
              <a:gd name="adj" fmla="val 19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53E186-2A7D-928C-A65C-E229E97C531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520941" y="1096964"/>
            <a:ext cx="5040000" cy="666749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bg1"/>
                </a:solidFill>
                <a:latin typeface="+mn-lt"/>
              </a:defRPr>
            </a:lvl2pPr>
            <a:lvl3pPr>
              <a:defRPr sz="2200" b="0">
                <a:solidFill>
                  <a:schemeClr val="bg1"/>
                </a:solidFill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Subheading 17pt </a:t>
            </a:r>
          </a:p>
        </p:txBody>
      </p:sp>
    </p:spTree>
    <p:extLst>
      <p:ext uri="{BB962C8B-B14F-4D97-AF65-F5344CB8AC3E}">
        <p14:creationId xmlns:p14="http://schemas.microsoft.com/office/powerpoint/2010/main" val="1548348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A1225B4-9AFE-C765-9443-404DA18886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299285 w 12192000"/>
              <a:gd name="csY8" fmla="*/ 782150 h 6858000"/>
              <a:gd name="csX9" fmla="*/ 6189920 w 12192000"/>
              <a:gd name="csY9" fmla="*/ 891515 h 6858000"/>
              <a:gd name="csX10" fmla="*/ 6189920 w 12192000"/>
              <a:gd name="csY10" fmla="*/ 6451772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0 w 12192000"/>
              <a:gd name="csY16" fmla="*/ 0 h 6858000"/>
              <a:gd name="csX17" fmla="*/ 12192000 w 12192000"/>
              <a:gd name="csY17" fmla="*/ 0 h 6858000"/>
              <a:gd name="csX18" fmla="*/ 12192000 w 12192000"/>
              <a:gd name="csY18" fmla="*/ 6858000 h 6858000"/>
              <a:gd name="csX19" fmla="*/ 0 w 12192000"/>
              <a:gd name="csY1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299285" y="782150"/>
                </a:moveTo>
                <a:cubicBezTo>
                  <a:pt x="6238884" y="782150"/>
                  <a:pt x="6189920" y="831114"/>
                  <a:pt x="6189920" y="891515"/>
                </a:cubicBezTo>
                <a:lnTo>
                  <a:pt x="6189920" y="6451772"/>
                </a:lnTo>
                <a:cubicBezTo>
                  <a:pt x="6189920" y="6512173"/>
                  <a:pt x="6238884" y="6561137"/>
                  <a:pt x="6299285" y="6561137"/>
                </a:cubicBez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0BE7B-A022-929F-7620-760547156F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20941" y="1096964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6FD3BE-0773-0CE4-7595-73AE2CE7DB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782150"/>
            <a:ext cx="5732107" cy="5778986"/>
          </a:xfrm>
          <a:custGeom>
            <a:avLst/>
            <a:gdLst>
              <a:gd name="csX0" fmla="*/ 109942 w 5732107"/>
              <a:gd name="csY0" fmla="*/ 0 h 5778986"/>
              <a:gd name="csX1" fmla="*/ 5622165 w 5732107"/>
              <a:gd name="csY1" fmla="*/ 0 h 5778986"/>
              <a:gd name="csX2" fmla="*/ 5732107 w 5732107"/>
              <a:gd name="csY2" fmla="*/ 109942 h 5778986"/>
              <a:gd name="csX3" fmla="*/ 5732107 w 5732107"/>
              <a:gd name="csY3" fmla="*/ 5669044 h 5778986"/>
              <a:gd name="csX4" fmla="*/ 5622165 w 5732107"/>
              <a:gd name="csY4" fmla="*/ 5778986 h 5778986"/>
              <a:gd name="csX5" fmla="*/ 109942 w 5732107"/>
              <a:gd name="csY5" fmla="*/ 5778986 h 5778986"/>
              <a:gd name="csX6" fmla="*/ 0 w 5732107"/>
              <a:gd name="csY6" fmla="*/ 5669044 h 5778986"/>
              <a:gd name="csX7" fmla="*/ 0 w 5732107"/>
              <a:gd name="csY7" fmla="*/ 109942 h 5778986"/>
              <a:gd name="csX8" fmla="*/ 109942 w 5732107"/>
              <a:gd name="csY8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732107" h="5778986">
                <a:moveTo>
                  <a:pt x="109942" y="0"/>
                </a:moveTo>
                <a:lnTo>
                  <a:pt x="5622165" y="0"/>
                </a:lnTo>
                <a:cubicBezTo>
                  <a:pt x="5682884" y="0"/>
                  <a:pt x="5732107" y="49223"/>
                  <a:pt x="5732107" y="109942"/>
                </a:cubicBezTo>
                <a:lnTo>
                  <a:pt x="5732107" y="5669044"/>
                </a:lnTo>
                <a:cubicBezTo>
                  <a:pt x="5732107" y="5729763"/>
                  <a:pt x="5682884" y="5778986"/>
                  <a:pt x="5622165" y="5778986"/>
                </a:cubicBez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30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 2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36FD3BE-0773-0CE4-7595-73AE2CE7DB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89920" y="782150"/>
            <a:ext cx="5732107" cy="5778986"/>
          </a:xfrm>
          <a:custGeom>
            <a:avLst/>
            <a:gdLst>
              <a:gd name="csX0" fmla="*/ 109942 w 5732107"/>
              <a:gd name="csY0" fmla="*/ 0 h 5778986"/>
              <a:gd name="csX1" fmla="*/ 5622165 w 5732107"/>
              <a:gd name="csY1" fmla="*/ 0 h 5778986"/>
              <a:gd name="csX2" fmla="*/ 5732107 w 5732107"/>
              <a:gd name="csY2" fmla="*/ 109942 h 5778986"/>
              <a:gd name="csX3" fmla="*/ 5732107 w 5732107"/>
              <a:gd name="csY3" fmla="*/ 5669044 h 5778986"/>
              <a:gd name="csX4" fmla="*/ 5622165 w 5732107"/>
              <a:gd name="csY4" fmla="*/ 5778986 h 5778986"/>
              <a:gd name="csX5" fmla="*/ 109942 w 5732107"/>
              <a:gd name="csY5" fmla="*/ 5778986 h 5778986"/>
              <a:gd name="csX6" fmla="*/ 0 w 5732107"/>
              <a:gd name="csY6" fmla="*/ 5669044 h 5778986"/>
              <a:gd name="csX7" fmla="*/ 0 w 5732107"/>
              <a:gd name="csY7" fmla="*/ 109942 h 5778986"/>
              <a:gd name="csX8" fmla="*/ 109942 w 5732107"/>
              <a:gd name="csY8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732107" h="5778986">
                <a:moveTo>
                  <a:pt x="109942" y="0"/>
                </a:moveTo>
                <a:lnTo>
                  <a:pt x="5622165" y="0"/>
                </a:lnTo>
                <a:cubicBezTo>
                  <a:pt x="5682884" y="0"/>
                  <a:pt x="5732107" y="49223"/>
                  <a:pt x="5732107" y="109942"/>
                </a:cubicBezTo>
                <a:lnTo>
                  <a:pt x="5732107" y="5669044"/>
                </a:lnTo>
                <a:cubicBezTo>
                  <a:pt x="5732107" y="5729763"/>
                  <a:pt x="5682884" y="5778986"/>
                  <a:pt x="5622165" y="5778986"/>
                </a:cubicBez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A1225B4-9AFE-C765-9443-404DA18886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299285 w 12192000"/>
              <a:gd name="csY8" fmla="*/ 782150 h 6858000"/>
              <a:gd name="csX9" fmla="*/ 6189920 w 12192000"/>
              <a:gd name="csY9" fmla="*/ 891515 h 6858000"/>
              <a:gd name="csX10" fmla="*/ 6189920 w 12192000"/>
              <a:gd name="csY10" fmla="*/ 6451772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0 w 12192000"/>
              <a:gd name="csY16" fmla="*/ 0 h 6858000"/>
              <a:gd name="csX17" fmla="*/ 12192000 w 12192000"/>
              <a:gd name="csY17" fmla="*/ 0 h 6858000"/>
              <a:gd name="csX18" fmla="*/ 12192000 w 12192000"/>
              <a:gd name="csY18" fmla="*/ 6858000 h 6858000"/>
              <a:gd name="csX19" fmla="*/ 0 w 12192000"/>
              <a:gd name="csY1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299285" y="782150"/>
                </a:moveTo>
                <a:cubicBezTo>
                  <a:pt x="6238884" y="782150"/>
                  <a:pt x="6189920" y="831114"/>
                  <a:pt x="6189920" y="891515"/>
                </a:cubicBezTo>
                <a:lnTo>
                  <a:pt x="6189920" y="6451772"/>
                </a:lnTo>
                <a:cubicBezTo>
                  <a:pt x="6189920" y="6512173"/>
                  <a:pt x="6238884" y="6561137"/>
                  <a:pt x="6299285" y="6561137"/>
                </a:cubicBez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2D349C9-E885-7055-81FD-C01744CA94C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77910-2582-0667-606A-E4DB8ECF68B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</p:spTree>
    <p:extLst>
      <p:ext uri="{BB962C8B-B14F-4D97-AF65-F5344CB8AC3E}">
        <p14:creationId xmlns:p14="http://schemas.microsoft.com/office/powerpoint/2010/main" val="1764959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 3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FD1440-4935-7D49-646D-2208403477E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097379 w 12192000"/>
              <a:gd name="csY8" fmla="*/ 782150 h 6858000"/>
              <a:gd name="csX9" fmla="*/ 6097379 w 12192000"/>
              <a:gd name="csY9" fmla="*/ 6561136 h 6858000"/>
              <a:gd name="csX10" fmla="*/ 6299280 w 12192000"/>
              <a:gd name="csY10" fmla="*/ 6561136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7625300 w 12192000"/>
              <a:gd name="csY16" fmla="*/ 782150 h 6858000"/>
              <a:gd name="csX17" fmla="*/ 6299285 w 12192000"/>
              <a:gd name="csY17" fmla="*/ 782150 h 6858000"/>
              <a:gd name="csX18" fmla="*/ 0 w 12192000"/>
              <a:gd name="csY18" fmla="*/ 0 h 6858000"/>
              <a:gd name="csX19" fmla="*/ 12192000 w 12192000"/>
              <a:gd name="csY19" fmla="*/ 0 h 6858000"/>
              <a:gd name="csX20" fmla="*/ 12192000 w 12192000"/>
              <a:gd name="csY20" fmla="*/ 6858000 h 6858000"/>
              <a:gd name="csX21" fmla="*/ 0 w 12192000"/>
              <a:gd name="csY2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097379" y="782150"/>
                </a:moveTo>
                <a:lnTo>
                  <a:pt x="6097379" y="6561136"/>
                </a:lnTo>
                <a:lnTo>
                  <a:pt x="6299280" y="6561136"/>
                </a:lnTo>
                <a:lnTo>
                  <a:pt x="6299285" y="6561137"/>
                </a:ln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lnTo>
                  <a:pt x="7625300" y="782150"/>
                </a:lnTo>
                <a:lnTo>
                  <a:pt x="6299285" y="7821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0BE7B-A022-929F-7620-760547156F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20941" y="1096964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25670B-5E91-CCE3-BD06-E0B317012F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2" y="782150"/>
            <a:ext cx="5819568" cy="5778986"/>
          </a:xfrm>
          <a:custGeom>
            <a:avLst/>
            <a:gdLst>
              <a:gd name="csX0" fmla="*/ 109942 w 5819568"/>
              <a:gd name="csY0" fmla="*/ 0 h 5778986"/>
              <a:gd name="csX1" fmla="*/ 779568 w 5819568"/>
              <a:gd name="csY1" fmla="*/ 0 h 5778986"/>
              <a:gd name="csX2" fmla="*/ 5622165 w 5819568"/>
              <a:gd name="csY2" fmla="*/ 0 h 5778986"/>
              <a:gd name="csX3" fmla="*/ 5819568 w 5819568"/>
              <a:gd name="csY3" fmla="*/ 0 h 5778986"/>
              <a:gd name="csX4" fmla="*/ 5819568 w 5819568"/>
              <a:gd name="csY4" fmla="*/ 5778986 h 5778986"/>
              <a:gd name="csX5" fmla="*/ 5622165 w 5819568"/>
              <a:gd name="csY5" fmla="*/ 5778986 h 5778986"/>
              <a:gd name="csX6" fmla="*/ 779568 w 5819568"/>
              <a:gd name="csY6" fmla="*/ 5778986 h 5778986"/>
              <a:gd name="csX7" fmla="*/ 109942 w 5819568"/>
              <a:gd name="csY7" fmla="*/ 5778986 h 5778986"/>
              <a:gd name="csX8" fmla="*/ 0 w 5819568"/>
              <a:gd name="csY8" fmla="*/ 5669044 h 5778986"/>
              <a:gd name="csX9" fmla="*/ 0 w 5819568"/>
              <a:gd name="csY9" fmla="*/ 109942 h 5778986"/>
              <a:gd name="csX10" fmla="*/ 109942 w 5819568"/>
              <a:gd name="csY10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819568" h="5778986">
                <a:moveTo>
                  <a:pt x="109942" y="0"/>
                </a:moveTo>
                <a:lnTo>
                  <a:pt x="779568" y="0"/>
                </a:lnTo>
                <a:lnTo>
                  <a:pt x="5622165" y="0"/>
                </a:lnTo>
                <a:lnTo>
                  <a:pt x="5819568" y="0"/>
                </a:lnTo>
                <a:lnTo>
                  <a:pt x="5819568" y="5778986"/>
                </a:lnTo>
                <a:lnTo>
                  <a:pt x="5622165" y="5778986"/>
                </a:lnTo>
                <a:lnTo>
                  <a:pt x="779568" y="5778986"/>
                </a:ln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84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  4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FD1440-4935-7D49-646D-2208403477E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097379 w 12192000"/>
              <a:gd name="csY8" fmla="*/ 782150 h 6858000"/>
              <a:gd name="csX9" fmla="*/ 6097379 w 12192000"/>
              <a:gd name="csY9" fmla="*/ 6561136 h 6858000"/>
              <a:gd name="csX10" fmla="*/ 6299280 w 12192000"/>
              <a:gd name="csY10" fmla="*/ 6561136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7625300 w 12192000"/>
              <a:gd name="csY16" fmla="*/ 782150 h 6858000"/>
              <a:gd name="csX17" fmla="*/ 6299285 w 12192000"/>
              <a:gd name="csY17" fmla="*/ 782150 h 6858000"/>
              <a:gd name="csX18" fmla="*/ 0 w 12192000"/>
              <a:gd name="csY18" fmla="*/ 0 h 6858000"/>
              <a:gd name="csX19" fmla="*/ 12192000 w 12192000"/>
              <a:gd name="csY19" fmla="*/ 0 h 6858000"/>
              <a:gd name="csX20" fmla="*/ 12192000 w 12192000"/>
              <a:gd name="csY20" fmla="*/ 6858000 h 6858000"/>
              <a:gd name="csX21" fmla="*/ 0 w 12192000"/>
              <a:gd name="csY2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097379" y="782150"/>
                </a:moveTo>
                <a:lnTo>
                  <a:pt x="6097379" y="6561136"/>
                </a:lnTo>
                <a:lnTo>
                  <a:pt x="6299280" y="6561136"/>
                </a:lnTo>
                <a:lnTo>
                  <a:pt x="6299285" y="6561137"/>
                </a:ln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lnTo>
                  <a:pt x="7625300" y="782150"/>
                </a:lnTo>
                <a:lnTo>
                  <a:pt x="6299285" y="7821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5670B-5E91-CCE3-BD06-E0B317012F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 flipH="1">
            <a:off x="6114063" y="782150"/>
            <a:ext cx="5819568" cy="5778986"/>
          </a:xfrm>
          <a:custGeom>
            <a:avLst/>
            <a:gdLst>
              <a:gd name="csX0" fmla="*/ 109942 w 5819568"/>
              <a:gd name="csY0" fmla="*/ 0 h 5778986"/>
              <a:gd name="csX1" fmla="*/ 779568 w 5819568"/>
              <a:gd name="csY1" fmla="*/ 0 h 5778986"/>
              <a:gd name="csX2" fmla="*/ 5622165 w 5819568"/>
              <a:gd name="csY2" fmla="*/ 0 h 5778986"/>
              <a:gd name="csX3" fmla="*/ 5819568 w 5819568"/>
              <a:gd name="csY3" fmla="*/ 0 h 5778986"/>
              <a:gd name="csX4" fmla="*/ 5819568 w 5819568"/>
              <a:gd name="csY4" fmla="*/ 5778986 h 5778986"/>
              <a:gd name="csX5" fmla="*/ 5622165 w 5819568"/>
              <a:gd name="csY5" fmla="*/ 5778986 h 5778986"/>
              <a:gd name="csX6" fmla="*/ 779568 w 5819568"/>
              <a:gd name="csY6" fmla="*/ 5778986 h 5778986"/>
              <a:gd name="csX7" fmla="*/ 109942 w 5819568"/>
              <a:gd name="csY7" fmla="*/ 5778986 h 5778986"/>
              <a:gd name="csX8" fmla="*/ 0 w 5819568"/>
              <a:gd name="csY8" fmla="*/ 5669044 h 5778986"/>
              <a:gd name="csX9" fmla="*/ 0 w 5819568"/>
              <a:gd name="csY9" fmla="*/ 109942 h 5778986"/>
              <a:gd name="csX10" fmla="*/ 109942 w 5819568"/>
              <a:gd name="csY10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819568" h="5778986">
                <a:moveTo>
                  <a:pt x="109942" y="0"/>
                </a:moveTo>
                <a:lnTo>
                  <a:pt x="779568" y="0"/>
                </a:lnTo>
                <a:lnTo>
                  <a:pt x="5622165" y="0"/>
                </a:lnTo>
                <a:lnTo>
                  <a:pt x="5819568" y="0"/>
                </a:lnTo>
                <a:lnTo>
                  <a:pt x="5819568" y="5778986"/>
                </a:lnTo>
                <a:lnTo>
                  <a:pt x="5622165" y="5778986"/>
                </a:lnTo>
                <a:lnTo>
                  <a:pt x="779568" y="5778986"/>
                </a:ln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9704BC-5034-C703-FB86-CF30172A02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8F4AF7-AEAD-2C99-B0BC-A0F7468ACD9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</p:spTree>
    <p:extLst>
      <p:ext uri="{BB962C8B-B14F-4D97-AF65-F5344CB8AC3E}">
        <p14:creationId xmlns:p14="http://schemas.microsoft.com/office/powerpoint/2010/main" val="44670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1559-5C0F-9C52-FE1A-97813BBEE7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01863" y="2095501"/>
            <a:ext cx="9202737" cy="399732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341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3529166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3036E-F920-F98C-8706-2B631246133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32063" y="115887"/>
            <a:ext cx="9093200" cy="288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GB"/>
              <a:t>[ presentation title ]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32288" y="2281287"/>
            <a:ext cx="3532187" cy="128232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332287" y="772781"/>
            <a:ext cx="2634121" cy="759028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45F9-0E47-5AD3-7D09-78C317E628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428874"/>
            <a:ext cx="3529166" cy="333057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A7EA64-EA9C-95FC-7242-F9E71BBAC43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84125" y="2281287"/>
            <a:ext cx="3532187" cy="128232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F3020F4-C7C5-6CB2-5B10-35780545C7D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184125" y="772781"/>
            <a:ext cx="2634121" cy="759028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E4A0B78-62D1-D9EC-47A2-4B9063D066FC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74589" y="5277190"/>
            <a:ext cx="3532187" cy="128232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6A10C47-86F9-4F9B-FE10-6846D1BDE7F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374588" y="3768684"/>
            <a:ext cx="2634121" cy="759028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B719F09-B921-97A8-9CB5-267700F8C8A0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6426" y="5277190"/>
            <a:ext cx="3532187" cy="128232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158AF24-5451-F6F4-70EC-BEC0DBF5108B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6426" y="3768684"/>
            <a:ext cx="2634121" cy="759028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D8C5F-D5F0-B1D9-38DE-8D17C0C47B9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196" y="6089950"/>
            <a:ext cx="3543380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588594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 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61084645-480F-7C04-2A2B-767EFB82118B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8825454" y="1994560"/>
            <a:ext cx="2190366" cy="2190367"/>
          </a:xfrm>
          <a:prstGeom prst="ellipse">
            <a:avLst/>
          </a:pr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8129740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2760" y="1785579"/>
            <a:ext cx="2259901" cy="915605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F1AFAD9-BA35-1508-FD4F-D95BE3C5541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62711" y="1785579"/>
            <a:ext cx="2259901" cy="915605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001ACE0-F099-6D9E-5862-A7AB8FF10A2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2760" y="4177095"/>
            <a:ext cx="2259901" cy="915605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354E9274-954D-97DA-4305-D0E6C3FE36E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62711" y="4177095"/>
            <a:ext cx="2259901" cy="915605"/>
          </a:xfrm>
        </p:spPr>
        <p:txBody>
          <a:bodyPr lIns="180000" tIns="180000"/>
          <a:lstStyle>
            <a:lvl1pPr>
              <a:lnSpc>
                <a:spcPct val="80000"/>
              </a:lnSpc>
              <a:defRPr sz="6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ECEA4CBE-6445-2645-7368-97200940F204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082662" y="4187933"/>
            <a:ext cx="3675951" cy="1145960"/>
          </a:xfrm>
        </p:spPr>
        <p:txBody>
          <a:bodyPr lIns="180000" tIns="180000" anchor="b"/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1400" b="1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42759" y="3106558"/>
            <a:ext cx="3672827" cy="91560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4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sz="2800"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0A0613BA-0E47-B79A-8A7F-F3EAB3360596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59586" y="3106558"/>
            <a:ext cx="3672827" cy="91560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sz="2800"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186BCEE-35DF-30BA-979C-ACEC4970D3E5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442759" y="5509008"/>
            <a:ext cx="3672827" cy="91560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sz="2800"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BBE7CF3-D698-A29B-A426-00B87C142B7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4259586" y="5509008"/>
            <a:ext cx="3672827" cy="91560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algn="ctr">
              <a:lnSpc>
                <a:spcPct val="100000"/>
              </a:lnSpc>
              <a:defRPr sz="2800"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11E5DAE9-E5C8-DE42-5FA4-5746878CCEA3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8076413" y="5509008"/>
            <a:ext cx="3672827" cy="915606"/>
          </a:xfrm>
        </p:spPr>
        <p:txBody>
          <a:bodyPr lIns="180000" bIns="180000" anchor="b"/>
          <a:lstStyle>
            <a:lvl1pPr>
              <a:lnSpc>
                <a:spcPct val="100000"/>
              </a:lnSpc>
              <a:defRPr sz="2200" spc="-50" baseline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buSzPct val="12000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defRPr sz="2800"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Body Copy 28pt</a:t>
            </a:r>
          </a:p>
          <a:p>
            <a:pPr lvl="2"/>
            <a:r>
              <a:rPr lang="en-US" dirty="0"/>
              <a:t>Subheading 28pt </a:t>
            </a:r>
          </a:p>
        </p:txBody>
      </p:sp>
    </p:spTree>
    <p:extLst>
      <p:ext uri="{BB962C8B-B14F-4D97-AF65-F5344CB8AC3E}">
        <p14:creationId xmlns:p14="http://schemas.microsoft.com/office/powerpoint/2010/main" val="18722207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Stat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885F9C-C24D-8E06-39CB-991FDF3CDC74}"/>
              </a:ext>
            </a:extLst>
          </p:cNvPr>
          <p:cNvSpPr/>
          <p:nvPr userDrawn="1"/>
        </p:nvSpPr>
        <p:spPr>
          <a:xfrm>
            <a:off x="277814" y="1219263"/>
            <a:ext cx="4402136" cy="5341873"/>
          </a:xfrm>
          <a:custGeom>
            <a:avLst/>
            <a:gdLst>
              <a:gd name="connsiteX0" fmla="*/ 108008 w 3694111"/>
              <a:gd name="connsiteY0" fmla="*/ 0 h 5472360"/>
              <a:gd name="connsiteX1" fmla="*/ 3366046 w 3694111"/>
              <a:gd name="connsiteY1" fmla="*/ 0 h 5472360"/>
              <a:gd name="connsiteX2" fmla="*/ 3366051 w 3694111"/>
              <a:gd name="connsiteY2" fmla="*/ 1 h 5472360"/>
              <a:gd name="connsiteX3" fmla="*/ 3694111 w 3694111"/>
              <a:gd name="connsiteY3" fmla="*/ 1 h 5472360"/>
              <a:gd name="connsiteX4" fmla="*/ 3694111 w 3694111"/>
              <a:gd name="connsiteY4" fmla="*/ 5472360 h 5472360"/>
              <a:gd name="connsiteX5" fmla="*/ 1378407 w 3694111"/>
              <a:gd name="connsiteY5" fmla="*/ 5472360 h 5472360"/>
              <a:gd name="connsiteX6" fmla="*/ 1378404 w 3694111"/>
              <a:gd name="connsiteY6" fmla="*/ 5472359 h 5472360"/>
              <a:gd name="connsiteX7" fmla="*/ 108008 w 3694111"/>
              <a:gd name="connsiteY7" fmla="*/ 5472359 h 5472360"/>
              <a:gd name="connsiteX8" fmla="*/ 0 w 3694111"/>
              <a:gd name="connsiteY8" fmla="*/ 5364351 h 5472360"/>
              <a:gd name="connsiteX9" fmla="*/ 0 w 3694111"/>
              <a:gd name="connsiteY9" fmla="*/ 108008 h 5472360"/>
              <a:gd name="connsiteX10" fmla="*/ 108008 w 3694111"/>
              <a:gd name="connsiteY10" fmla="*/ 0 h 547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4111" h="5472360">
                <a:moveTo>
                  <a:pt x="108008" y="0"/>
                </a:moveTo>
                <a:lnTo>
                  <a:pt x="3366046" y="0"/>
                </a:lnTo>
                <a:lnTo>
                  <a:pt x="3366051" y="1"/>
                </a:lnTo>
                <a:lnTo>
                  <a:pt x="3694111" y="1"/>
                </a:lnTo>
                <a:lnTo>
                  <a:pt x="3694111" y="5472360"/>
                </a:lnTo>
                <a:lnTo>
                  <a:pt x="1378407" y="5472360"/>
                </a:lnTo>
                <a:lnTo>
                  <a:pt x="1378404" y="5472359"/>
                </a:lnTo>
                <a:lnTo>
                  <a:pt x="108008" y="5472359"/>
                </a:lnTo>
                <a:cubicBezTo>
                  <a:pt x="48357" y="5472359"/>
                  <a:pt x="0" y="5424002"/>
                  <a:pt x="0" y="5364351"/>
                </a:cubicBezTo>
                <a:lnTo>
                  <a:pt x="0" y="108008"/>
                </a:lnTo>
                <a:cubicBezTo>
                  <a:pt x="0" y="48357"/>
                  <a:pt x="48357" y="0"/>
                  <a:pt x="1080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2761" y="1219262"/>
            <a:ext cx="3889526" cy="1602766"/>
          </a:xfrm>
        </p:spPr>
        <p:txBody>
          <a:bodyPr lIns="144000" tIns="288000" rIns="144000" bIns="0"/>
          <a:lstStyle>
            <a:lvl1pPr>
              <a:lnSpc>
                <a:spcPct val="80000"/>
              </a:lnSpc>
              <a:defRPr sz="600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accent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D9C5968-DE71-FB45-C1AE-4C28FBE9CE4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42760" y="2923689"/>
            <a:ext cx="3889528" cy="1602766"/>
          </a:xfrm>
        </p:spPr>
        <p:txBody>
          <a:bodyPr lIns="144000" tIns="288000" rIns="144000" bIns="0"/>
          <a:lstStyle>
            <a:lvl1pPr>
              <a:lnSpc>
                <a:spcPct val="80000"/>
              </a:lnSpc>
              <a:defRPr sz="600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bg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B609316-6B6B-27AA-BC0E-DA05F3B4DA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2760" y="4628116"/>
            <a:ext cx="3889527" cy="1602766"/>
          </a:xfrm>
        </p:spPr>
        <p:txBody>
          <a:bodyPr lIns="144000" tIns="288000" rIns="144000" bIns="0"/>
          <a:lstStyle>
            <a:lvl1pPr>
              <a:lnSpc>
                <a:spcPct val="80000"/>
              </a:lnSpc>
              <a:defRPr sz="600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tx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679950" y="1219264"/>
            <a:ext cx="7212014" cy="5341872"/>
          </a:xfrm>
          <a:custGeom>
            <a:avLst/>
            <a:gdLst>
              <a:gd name="connsiteX0" fmla="*/ 1353081 w 7911336"/>
              <a:gd name="connsiteY0" fmla="*/ 0 h 5472359"/>
              <a:gd name="connsiteX1" fmla="*/ 1699027 w 7911336"/>
              <a:gd name="connsiteY1" fmla="*/ 0 h 5472359"/>
              <a:gd name="connsiteX2" fmla="*/ 7457366 w 7911336"/>
              <a:gd name="connsiteY2" fmla="*/ 0 h 5472359"/>
              <a:gd name="connsiteX3" fmla="*/ 7803312 w 7911336"/>
              <a:gd name="connsiteY3" fmla="*/ 0 h 5472359"/>
              <a:gd name="connsiteX4" fmla="*/ 7911336 w 7911336"/>
              <a:gd name="connsiteY4" fmla="*/ 108024 h 5472359"/>
              <a:gd name="connsiteX5" fmla="*/ 7911336 w 7911336"/>
              <a:gd name="connsiteY5" fmla="*/ 5364335 h 5472359"/>
              <a:gd name="connsiteX6" fmla="*/ 7803312 w 7911336"/>
              <a:gd name="connsiteY6" fmla="*/ 5472359 h 5472359"/>
              <a:gd name="connsiteX7" fmla="*/ 7457366 w 7911336"/>
              <a:gd name="connsiteY7" fmla="*/ 5472359 h 5472359"/>
              <a:gd name="connsiteX8" fmla="*/ 1699027 w 7911336"/>
              <a:gd name="connsiteY8" fmla="*/ 5472359 h 5472359"/>
              <a:gd name="connsiteX9" fmla="*/ 1353081 w 7911336"/>
              <a:gd name="connsiteY9" fmla="*/ 5472359 h 5472359"/>
              <a:gd name="connsiteX10" fmla="*/ 345946 w 7911336"/>
              <a:gd name="connsiteY10" fmla="*/ 5472359 h 5472359"/>
              <a:gd name="connsiteX11" fmla="*/ 0 w 7911336"/>
              <a:gd name="connsiteY11" fmla="*/ 5472359 h 5472359"/>
              <a:gd name="connsiteX12" fmla="*/ 0 w 7911336"/>
              <a:gd name="connsiteY12" fmla="*/ 1 h 5472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1336" h="5472359">
                <a:moveTo>
                  <a:pt x="1353081" y="0"/>
                </a:moveTo>
                <a:lnTo>
                  <a:pt x="1699027" y="0"/>
                </a:lnTo>
                <a:lnTo>
                  <a:pt x="7457366" y="0"/>
                </a:lnTo>
                <a:lnTo>
                  <a:pt x="7803312" y="0"/>
                </a:lnTo>
                <a:cubicBezTo>
                  <a:pt x="7862972" y="0"/>
                  <a:pt x="7911336" y="48364"/>
                  <a:pt x="7911336" y="108024"/>
                </a:cubicBezTo>
                <a:lnTo>
                  <a:pt x="7911336" y="5364335"/>
                </a:lnTo>
                <a:cubicBezTo>
                  <a:pt x="7911336" y="5423995"/>
                  <a:pt x="7862972" y="5472359"/>
                  <a:pt x="7803312" y="5472359"/>
                </a:cubicBezTo>
                <a:lnTo>
                  <a:pt x="7457366" y="5472359"/>
                </a:lnTo>
                <a:lnTo>
                  <a:pt x="1699027" y="5472359"/>
                </a:lnTo>
                <a:lnTo>
                  <a:pt x="1353081" y="5472359"/>
                </a:lnTo>
                <a:lnTo>
                  <a:pt x="345946" y="5472359"/>
                </a:lnTo>
                <a:lnTo>
                  <a:pt x="0" y="5472359"/>
                </a:lnTo>
                <a:lnTo>
                  <a:pt x="0" y="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57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6C190B-0185-73FD-A7E2-1D2F1C5DA49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782150"/>
            <a:ext cx="5795963" cy="5778987"/>
          </a:xfrm>
          <a:custGeom>
            <a:avLst/>
            <a:gdLst>
              <a:gd name="connsiteX0" fmla="*/ 110841 w 5795963"/>
              <a:gd name="connsiteY0" fmla="*/ 0 h 5778987"/>
              <a:gd name="connsiteX1" fmla="*/ 5685122 w 5795963"/>
              <a:gd name="connsiteY1" fmla="*/ 0 h 5778987"/>
              <a:gd name="connsiteX2" fmla="*/ 5795963 w 5795963"/>
              <a:gd name="connsiteY2" fmla="*/ 110841 h 5778987"/>
              <a:gd name="connsiteX3" fmla="*/ 5795963 w 5795963"/>
              <a:gd name="connsiteY3" fmla="*/ 5668146 h 5778987"/>
              <a:gd name="connsiteX4" fmla="*/ 5685122 w 5795963"/>
              <a:gd name="connsiteY4" fmla="*/ 5778987 h 5778987"/>
              <a:gd name="connsiteX5" fmla="*/ 110841 w 5795963"/>
              <a:gd name="connsiteY5" fmla="*/ 5778987 h 5778987"/>
              <a:gd name="connsiteX6" fmla="*/ 0 w 5795963"/>
              <a:gd name="connsiteY6" fmla="*/ 5668146 h 5778987"/>
              <a:gd name="connsiteX7" fmla="*/ 0 w 5795963"/>
              <a:gd name="connsiteY7" fmla="*/ 110841 h 5778987"/>
              <a:gd name="connsiteX8" fmla="*/ 110841 w 5795963"/>
              <a:gd name="connsiteY8" fmla="*/ 0 h 577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5963" h="5778987">
                <a:moveTo>
                  <a:pt x="110841" y="0"/>
                </a:moveTo>
                <a:lnTo>
                  <a:pt x="5685122" y="0"/>
                </a:lnTo>
                <a:cubicBezTo>
                  <a:pt x="5746338" y="0"/>
                  <a:pt x="5795963" y="49625"/>
                  <a:pt x="5795963" y="110841"/>
                </a:cubicBezTo>
                <a:lnTo>
                  <a:pt x="5795963" y="5668146"/>
                </a:lnTo>
                <a:cubicBezTo>
                  <a:pt x="5795963" y="5729362"/>
                  <a:pt x="5746338" y="5778987"/>
                  <a:pt x="5685122" y="5778987"/>
                </a:cubicBezTo>
                <a:lnTo>
                  <a:pt x="110841" y="5778987"/>
                </a:lnTo>
                <a:cubicBezTo>
                  <a:pt x="49625" y="5778987"/>
                  <a:pt x="0" y="5729362"/>
                  <a:pt x="0" y="5668146"/>
                </a:cubicBezTo>
                <a:lnTo>
                  <a:pt x="0" y="110841"/>
                </a:lnTo>
                <a:cubicBezTo>
                  <a:pt x="0" y="49625"/>
                  <a:pt x="49625" y="0"/>
                  <a:pt x="1108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54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Points + 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F2BBD90-99AE-57ED-0EE4-2429D1F4DF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6096000 w 12192000"/>
              <a:gd name="csY0" fmla="*/ 502172 h 6858000"/>
              <a:gd name="csX1" fmla="*/ 6096000 w 12192000"/>
              <a:gd name="csY1" fmla="*/ 6857911 h 6858000"/>
              <a:gd name="csX2" fmla="*/ 12191567 w 12192000"/>
              <a:gd name="csY2" fmla="*/ 6857911 h 6858000"/>
              <a:gd name="csX3" fmla="*/ 12191567 w 12192000"/>
              <a:gd name="csY3" fmla="*/ 502172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096000" y="502172"/>
                </a:moveTo>
                <a:lnTo>
                  <a:pt x="6096000" y="6857911"/>
                </a:lnTo>
                <a:lnTo>
                  <a:pt x="12191567" y="6857911"/>
                </a:lnTo>
                <a:lnTo>
                  <a:pt x="12191567" y="5021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5614E7-C9FD-C576-C62C-2E2C15AF1B3F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ED1D42-3B79-1F04-9C47-A22E0BCFC6E9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7C76E58-CDC6-E2DC-FB3C-7F447B5207B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028930C-0740-41CD-0FF6-8EB58A8DA66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71B722-6F7B-61D4-551D-3D3A21AB423E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E3029DC-FF37-C314-4CAA-E646DCBEF04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8920F36-0F71-BBE1-D9E1-7A76612CD7C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B7A546-66ED-6B8F-318B-BAF4F176FC2C}"/>
              </a:ext>
            </a:extLst>
          </p:cNvPr>
          <p:cNvSpPr/>
          <p:nvPr userDrawn="1"/>
        </p:nvSpPr>
        <p:spPr>
          <a:xfrm>
            <a:off x="127419" y="509667"/>
            <a:ext cx="5976000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8215D865-AC46-D526-BD9B-84675A8C9327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94739B5C-EFD0-2FC3-F88F-7E2583C85458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FACAF5E-78EB-113A-31FE-2EAB2FFC2CC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483323" y="981309"/>
            <a:ext cx="5422519" cy="5421709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5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py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6C190B-0185-73FD-A7E2-1D2F1C5DA49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782150"/>
            <a:ext cx="5795963" cy="5778987"/>
          </a:xfrm>
          <a:custGeom>
            <a:avLst/>
            <a:gdLst>
              <a:gd name="connsiteX0" fmla="*/ 110841 w 5795963"/>
              <a:gd name="connsiteY0" fmla="*/ 0 h 5778987"/>
              <a:gd name="connsiteX1" fmla="*/ 5685122 w 5795963"/>
              <a:gd name="connsiteY1" fmla="*/ 0 h 5778987"/>
              <a:gd name="connsiteX2" fmla="*/ 5795963 w 5795963"/>
              <a:gd name="connsiteY2" fmla="*/ 110841 h 5778987"/>
              <a:gd name="connsiteX3" fmla="*/ 5795963 w 5795963"/>
              <a:gd name="connsiteY3" fmla="*/ 5668146 h 5778987"/>
              <a:gd name="connsiteX4" fmla="*/ 5685122 w 5795963"/>
              <a:gd name="connsiteY4" fmla="*/ 5778987 h 5778987"/>
              <a:gd name="connsiteX5" fmla="*/ 110841 w 5795963"/>
              <a:gd name="connsiteY5" fmla="*/ 5778987 h 5778987"/>
              <a:gd name="connsiteX6" fmla="*/ 0 w 5795963"/>
              <a:gd name="connsiteY6" fmla="*/ 5668146 h 5778987"/>
              <a:gd name="connsiteX7" fmla="*/ 0 w 5795963"/>
              <a:gd name="connsiteY7" fmla="*/ 110841 h 5778987"/>
              <a:gd name="connsiteX8" fmla="*/ 110841 w 5795963"/>
              <a:gd name="connsiteY8" fmla="*/ 0 h 577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5963" h="5778987">
                <a:moveTo>
                  <a:pt x="110841" y="0"/>
                </a:moveTo>
                <a:lnTo>
                  <a:pt x="5685122" y="0"/>
                </a:lnTo>
                <a:cubicBezTo>
                  <a:pt x="5746338" y="0"/>
                  <a:pt x="5795963" y="49625"/>
                  <a:pt x="5795963" y="110841"/>
                </a:cubicBezTo>
                <a:lnTo>
                  <a:pt x="5795963" y="5668146"/>
                </a:lnTo>
                <a:cubicBezTo>
                  <a:pt x="5795963" y="5729362"/>
                  <a:pt x="5746338" y="5778987"/>
                  <a:pt x="5685122" y="5778987"/>
                </a:cubicBezTo>
                <a:lnTo>
                  <a:pt x="110841" y="5778987"/>
                </a:lnTo>
                <a:cubicBezTo>
                  <a:pt x="49625" y="5778987"/>
                  <a:pt x="0" y="5729362"/>
                  <a:pt x="0" y="5668146"/>
                </a:cubicBezTo>
                <a:lnTo>
                  <a:pt x="0" y="110841"/>
                </a:lnTo>
                <a:cubicBezTo>
                  <a:pt x="0" y="49625"/>
                  <a:pt x="49625" y="0"/>
                  <a:pt x="1108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734846-0BFD-FDD7-C621-043B901E2D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2095500"/>
            <a:ext cx="5310187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74169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1219264"/>
            <a:ext cx="5735076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EB1C213F-A56B-0AEA-514F-CC7689297A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56889" y="1219264"/>
            <a:ext cx="5735076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126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B0481886-0F86-10A8-FD99-57320C3AE9E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17351" y="1219264"/>
            <a:ext cx="2795538" cy="2533692"/>
          </a:xfrm>
          <a:prstGeom prst="roundRect">
            <a:avLst>
              <a:gd name="adj" fmla="val 405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FC0E29-6A1E-59C5-A555-6F1E4948319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6888" y="1219264"/>
            <a:ext cx="5735076" cy="2533692"/>
          </a:xfrm>
          <a:prstGeom prst="roundRect">
            <a:avLst>
              <a:gd name="adj" fmla="val 405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E57916C-1F65-A165-0AB0-3574033E5E4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77813" y="1219264"/>
            <a:ext cx="2795538" cy="5341869"/>
          </a:xfrm>
          <a:prstGeom prst="roundRect">
            <a:avLst>
              <a:gd name="adj" fmla="val 3863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4450EE7-6FCD-8DA1-14D7-9DE8B5B5828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217351" y="3896956"/>
            <a:ext cx="5735075" cy="2664179"/>
          </a:xfrm>
          <a:prstGeom prst="roundRect">
            <a:avLst>
              <a:gd name="adj" fmla="val 405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4732D995-8790-A142-F826-EF8C92076FA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096426" y="3896956"/>
            <a:ext cx="2795538" cy="2664179"/>
          </a:xfrm>
          <a:prstGeom prst="roundRect">
            <a:avLst>
              <a:gd name="adj" fmla="val 405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29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1219264"/>
            <a:ext cx="11614151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497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510306"/>
            <a:ext cx="12192000" cy="634769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49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C39EC67-35FF-2A44-894E-F494E04CA3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001" y="0"/>
            <a:ext cx="7848050" cy="6857519"/>
          </a:xfrm>
        </p:spPr>
        <p:txBody>
          <a:bodyPr/>
          <a:lstStyle/>
          <a:p>
            <a:endParaRPr lang="en-US"/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800" y="464721"/>
            <a:ext cx="6724649" cy="1630779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4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defRPr sz="88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Title 1 54 pt</a:t>
            </a:r>
          </a:p>
          <a:p>
            <a:pPr lvl="1"/>
            <a:r>
              <a:rPr lang="en-US" dirty="0"/>
              <a:t>Title 2 88pt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40F34E-B8BF-70D7-C07A-B9F2337D4765}"/>
              </a:ext>
            </a:extLst>
          </p:cNvPr>
          <p:cNvSpPr/>
          <p:nvPr userDrawn="1"/>
        </p:nvSpPr>
        <p:spPr>
          <a:xfrm>
            <a:off x="440035" y="2753127"/>
            <a:ext cx="72000" cy="16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7B7D5D87-19D6-AB68-11C2-7D8D19E1A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201" y="2735171"/>
            <a:ext cx="4659595" cy="716273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8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28pt goes here over two lines.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257085F-D0E4-D339-8B75-A2DEB1453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201" y="3672791"/>
            <a:ext cx="3497262" cy="745625"/>
          </a:xfrm>
        </p:spPr>
        <p:txBody>
          <a:bodyPr anchor="b"/>
          <a:lstStyle>
            <a:lvl1pPr>
              <a:lnSpc>
                <a:spcPct val="100000"/>
              </a:lnSpc>
              <a:spcAft>
                <a:spcPts val="600"/>
              </a:spcAft>
              <a:defRPr sz="2200" spc="-40" baseline="0">
                <a:solidFill>
                  <a:schemeClr val="bg1"/>
                </a:solidFill>
              </a:defRPr>
            </a:lvl1pPr>
            <a:lvl2pPr>
              <a:buNone/>
              <a:defRPr sz="14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22pt Body Copy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2487962B-01CE-CD00-4042-2322D877F3AC}"/>
              </a:ext>
            </a:extLst>
          </p:cNvPr>
          <p:cNvSpPr txBox="1"/>
          <p:nvPr userDrawn="1"/>
        </p:nvSpPr>
        <p:spPr>
          <a:xfrm>
            <a:off x="2912742" y="5899505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2BD9AF-2363-6362-5E3B-5D9C75714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2" y="5814517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5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799" y="464721"/>
            <a:ext cx="11315511" cy="2297745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4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tabLst/>
              <a:defRPr sz="80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Title 1</a:t>
            </a:r>
          </a:p>
          <a:p>
            <a:pPr lvl="1"/>
            <a:r>
              <a:rPr lang="en-US" dirty="0"/>
              <a:t>Title 2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7B7D5D87-19D6-AB68-11C2-7D8D19E1A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123" y="4805391"/>
            <a:ext cx="5321418" cy="716273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28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257085F-D0E4-D339-8B75-A2DEB1453C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98123" y="5598316"/>
            <a:ext cx="3497262" cy="433616"/>
          </a:xfrm>
        </p:spPr>
        <p:txBody>
          <a:bodyPr anchor="t"/>
          <a:lstStyle>
            <a:lvl1pPr>
              <a:lnSpc>
                <a:spcPct val="100000"/>
              </a:lnSpc>
              <a:spcAft>
                <a:spcPts val="600"/>
              </a:spcAft>
              <a:defRPr sz="1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2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object 31"/>
          <p:cNvSpPr/>
          <p:nvPr/>
        </p:nvSpPr>
        <p:spPr>
          <a:xfrm>
            <a:off x="444896" y="4421568"/>
            <a:ext cx="11302415" cy="0"/>
          </a:xfrm>
          <a:custGeom>
            <a:avLst/>
            <a:gdLst/>
            <a:ahLst/>
            <a:cxnLst/>
            <a:rect l="l" t="t" r="r" b="b"/>
            <a:pathLst>
              <a:path w="18638520">
                <a:moveTo>
                  <a:pt x="0" y="0"/>
                </a:moveTo>
                <a:lnTo>
                  <a:pt x="18638175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pic>
        <p:nvPicPr>
          <p:cNvPr id="10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645" y="4508638"/>
            <a:ext cx="50796" cy="50796"/>
          </a:xfrm>
          <a:prstGeom prst="rect">
            <a:avLst/>
          </a:prstGeom>
        </p:spPr>
      </p:pic>
      <p:pic>
        <p:nvPicPr>
          <p:cNvPr id="12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0602" y="4508638"/>
            <a:ext cx="50796" cy="50796"/>
          </a:xfrm>
          <a:prstGeom prst="rect">
            <a:avLst/>
          </a:prstGeom>
        </p:spPr>
      </p:pic>
      <p:pic>
        <p:nvPicPr>
          <p:cNvPr id="25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2015" y="4508638"/>
            <a:ext cx="50796" cy="5079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44896" y="6428729"/>
            <a:ext cx="11302415" cy="0"/>
          </a:xfrm>
          <a:custGeom>
            <a:avLst/>
            <a:gdLst/>
            <a:ahLst/>
            <a:cxnLst/>
            <a:rect l="l" t="t" r="r" b="b"/>
            <a:pathLst>
              <a:path w="18638520">
                <a:moveTo>
                  <a:pt x="0" y="0"/>
                </a:moveTo>
                <a:lnTo>
                  <a:pt x="18638175" y="0"/>
                </a:lnTo>
              </a:path>
            </a:pathLst>
          </a:custGeom>
          <a:ln w="104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pic>
        <p:nvPicPr>
          <p:cNvPr id="27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645" y="6290864"/>
            <a:ext cx="50796" cy="5079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0602" y="6290864"/>
            <a:ext cx="50796" cy="50796"/>
          </a:xfrm>
          <a:prstGeom prst="rect">
            <a:avLst/>
          </a:prstGeom>
        </p:spPr>
      </p:pic>
      <p:pic>
        <p:nvPicPr>
          <p:cNvPr id="40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82015" y="6290864"/>
            <a:ext cx="50796" cy="50796"/>
          </a:xfrm>
          <a:prstGeom prst="rect">
            <a:avLst/>
          </a:prstGeom>
        </p:spPr>
      </p:pic>
      <p:sp>
        <p:nvSpPr>
          <p:cNvPr id="39" name="object 5">
            <a:extLst>
              <a:ext uri="{FF2B5EF4-FFF2-40B4-BE49-F238E27FC236}">
                <a16:creationId xmlns:a16="http://schemas.microsoft.com/office/drawing/2014/main" id="{BBFC4BA4-4387-2D43-99D0-6CF3018E0134}"/>
              </a:ext>
            </a:extLst>
          </p:cNvPr>
          <p:cNvSpPr txBox="1"/>
          <p:nvPr userDrawn="1"/>
        </p:nvSpPr>
        <p:spPr>
          <a:xfrm>
            <a:off x="10408649" y="4934397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B968AB2-4009-5F06-DDDC-993D5597B6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519" y="4849409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4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ject 3">
            <a:extLst>
              <a:ext uri="{FF2B5EF4-FFF2-40B4-BE49-F238E27FC236}">
                <a16:creationId xmlns:a16="http://schemas.microsoft.com/office/drawing/2014/main" id="{576A5031-287C-A37D-84F1-F396E449E53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8198" y="0"/>
            <a:ext cx="8263373" cy="6857519"/>
          </a:xfrm>
          <a:prstGeom prst="rect">
            <a:avLst/>
          </a:prstGeom>
        </p:spPr>
      </p:pic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4A4C3D98-3DC2-4C00-6BA1-FB8398880F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1800" y="464721"/>
            <a:ext cx="9202738" cy="2297745"/>
          </a:xfrm>
        </p:spPr>
        <p:txBody>
          <a:bodyPr/>
          <a:lstStyle>
            <a:lvl1pPr>
              <a:lnSpc>
                <a:spcPct val="75000"/>
              </a:lnSpc>
              <a:spcBef>
                <a:spcPts val="1600"/>
              </a:spcBef>
              <a:spcAft>
                <a:spcPts val="0"/>
              </a:spcAft>
              <a:buFontTx/>
              <a:buNone/>
              <a:defRPr sz="5000" spc="-2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76000"/>
              </a:lnSpc>
              <a:spcBef>
                <a:spcPts val="1600"/>
              </a:spcBef>
              <a:buFontTx/>
              <a:buNone/>
              <a:tabLst/>
              <a:defRPr sz="8800" spc="-300" baseline="0">
                <a:solidFill>
                  <a:schemeClr val="bg1"/>
                </a:solidFill>
                <a:latin typeface="+mn-lt"/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 sz="3600" spc="-70" baseline="0">
                <a:solidFill>
                  <a:schemeClr val="tx2"/>
                </a:solidFill>
              </a:defRPr>
            </a:lvl7pPr>
          </a:lstStyle>
          <a:p>
            <a:pPr lvl="6"/>
            <a:r>
              <a:rPr lang="en-US" dirty="0"/>
              <a:t>Subtitle</a:t>
            </a:r>
          </a:p>
          <a:p>
            <a:pPr lvl="0"/>
            <a:r>
              <a:rPr lang="en-US" dirty="0"/>
              <a:t>Title 2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742B2CCB-8631-7B88-478C-0B0368327414}"/>
              </a:ext>
            </a:extLst>
          </p:cNvPr>
          <p:cNvSpPr txBox="1"/>
          <p:nvPr userDrawn="1"/>
        </p:nvSpPr>
        <p:spPr>
          <a:xfrm>
            <a:off x="2912742" y="5899505"/>
            <a:ext cx="1338661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45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45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45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82661-0835-D16F-A297-E57C725E7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12" y="5814517"/>
            <a:ext cx="2178399" cy="5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7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3F0DE9-6E35-36A4-6D01-CA96336D5B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539046 w 12192000"/>
              <a:gd name="csY0" fmla="*/ 2428875 h 6858000"/>
              <a:gd name="csX1" fmla="*/ 431800 w 12192000"/>
              <a:gd name="csY1" fmla="*/ 2536121 h 6858000"/>
              <a:gd name="csX2" fmla="*/ 431800 w 12192000"/>
              <a:gd name="csY2" fmla="*/ 6347392 h 6858000"/>
              <a:gd name="csX3" fmla="*/ 539046 w 12192000"/>
              <a:gd name="csY3" fmla="*/ 6454638 h 6858000"/>
              <a:gd name="csX4" fmla="*/ 9173280 w 12192000"/>
              <a:gd name="csY4" fmla="*/ 6454638 h 6858000"/>
              <a:gd name="csX5" fmla="*/ 9280526 w 12192000"/>
              <a:gd name="csY5" fmla="*/ 6347392 h 6858000"/>
              <a:gd name="csX6" fmla="*/ 9280526 w 12192000"/>
              <a:gd name="csY6" fmla="*/ 2536121 h 6858000"/>
              <a:gd name="csX7" fmla="*/ 9173280 w 12192000"/>
              <a:gd name="csY7" fmla="*/ 2428875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539046" y="2428875"/>
                </a:moveTo>
                <a:cubicBezTo>
                  <a:pt x="479816" y="2428875"/>
                  <a:pt x="431800" y="2476891"/>
                  <a:pt x="431800" y="2536121"/>
                </a:cubicBezTo>
                <a:lnTo>
                  <a:pt x="431800" y="6347392"/>
                </a:lnTo>
                <a:cubicBezTo>
                  <a:pt x="431800" y="6406622"/>
                  <a:pt x="479816" y="6454638"/>
                  <a:pt x="539046" y="6454638"/>
                </a:cubicBezTo>
                <a:lnTo>
                  <a:pt x="9173280" y="6454638"/>
                </a:lnTo>
                <a:cubicBezTo>
                  <a:pt x="9232510" y="6454638"/>
                  <a:pt x="9280526" y="6406622"/>
                  <a:pt x="9280526" y="6347392"/>
                </a:cubicBezTo>
                <a:lnTo>
                  <a:pt x="9280526" y="2536121"/>
                </a:lnTo>
                <a:cubicBezTo>
                  <a:pt x="9280526" y="2476891"/>
                  <a:pt x="9232510" y="2428875"/>
                  <a:pt x="9173280" y="24288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noAutofit/>
          </a:bodyPr>
          <a:lstStyle>
            <a:lvl1pPr algn="l">
              <a:spcBef>
                <a:spcPts val="0"/>
              </a:spcBef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   This is a custom shape image placeholder. </a:t>
            </a:r>
            <a:br>
              <a:rPr lang="en-US" dirty="0"/>
            </a:br>
            <a:r>
              <a:rPr lang="en-US" dirty="0"/>
              <a:t>   Browse to image, paste image or drag and drop. </a:t>
            </a:r>
            <a:br>
              <a:rPr lang="en-US" dirty="0"/>
            </a:br>
            <a:r>
              <a:rPr lang="en-US" dirty="0"/>
              <a:t>   Reset slide to reset shape.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70597-6755-37E6-5611-30798D4E1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812" y="2762251"/>
            <a:ext cx="8140699" cy="1518086"/>
          </a:xfrm>
        </p:spPr>
        <p:txBody>
          <a:bodyPr/>
          <a:lstStyle>
            <a:lvl1pPr>
              <a:lnSpc>
                <a:spcPct val="72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1EA995AA-43C4-455F-70A2-AAD27EA09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4760914"/>
            <a:ext cx="5329237" cy="944796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</a:t>
            </a:r>
          </a:p>
        </p:txBody>
      </p:sp>
      <p:sp>
        <p:nvSpPr>
          <p:cNvPr id="6" name="Text Placeholder 44">
            <a:extLst>
              <a:ext uri="{FF2B5EF4-FFF2-40B4-BE49-F238E27FC236}">
                <a16:creationId xmlns:a16="http://schemas.microsoft.com/office/drawing/2014/main" id="{2BE112C2-7135-E7AA-96CD-00247DF94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762" y="5695792"/>
            <a:ext cx="5329237" cy="433616"/>
          </a:xfrm>
        </p:spPr>
        <p:txBody>
          <a:bodyPr anchor="b"/>
          <a:lstStyle>
            <a:lvl1pPr>
              <a:lnSpc>
                <a:spcPct val="100000"/>
              </a:lnSpc>
              <a:spcAft>
                <a:spcPts val="600"/>
              </a:spcAft>
              <a:defRPr sz="20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1200" cap="all" spc="3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B75748-74B3-1BD5-4726-0F046B2022A3}"/>
              </a:ext>
            </a:extLst>
          </p:cNvPr>
          <p:cNvCxnSpPr/>
          <p:nvPr userDrawn="1"/>
        </p:nvCxnSpPr>
        <p:spPr>
          <a:xfrm>
            <a:off x="752300" y="4520625"/>
            <a:ext cx="81407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5">
            <a:extLst>
              <a:ext uri="{FF2B5EF4-FFF2-40B4-BE49-F238E27FC236}">
                <a16:creationId xmlns:a16="http://schemas.microsoft.com/office/drawing/2014/main" id="{1890589D-6ACB-4D79-8ABD-ABC2E63C949B}"/>
              </a:ext>
            </a:extLst>
          </p:cNvPr>
          <p:cNvSpPr txBox="1"/>
          <p:nvPr userDrawn="1"/>
        </p:nvSpPr>
        <p:spPr>
          <a:xfrm>
            <a:off x="8257181" y="5022532"/>
            <a:ext cx="840638" cy="438363"/>
          </a:xfrm>
          <a:prstGeom prst="rect">
            <a:avLst/>
          </a:prstGeom>
        </p:spPr>
        <p:txBody>
          <a:bodyPr vert="horz" wrap="square" lIns="0" tIns="27724" rIns="0" bIns="0" rtlCol="0">
            <a:spAutoFit/>
          </a:bodyPr>
          <a:lstStyle/>
          <a:p>
            <a:pPr marL="7701" marR="3081" defTabSz="554492">
              <a:lnSpc>
                <a:spcPts val="1601"/>
              </a:lnSpc>
              <a:spcBef>
                <a:spcPts val="218"/>
              </a:spcBef>
            </a:pPr>
            <a:r>
              <a:rPr lang="en-GB" sz="1200" kern="0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Our planet. Decoded</a:t>
            </a:r>
            <a:r>
              <a:rPr sz="1200" kern="0" spc="-6" dirty="0">
                <a:solidFill>
                  <a:srgbClr val="DBFF51"/>
                </a:solidFill>
                <a:latin typeface="UKCEH Suisse" panose="020B0504000000000000" pitchFamily="34" charset="-78"/>
                <a:cs typeface="UKCEH Suisse" panose="020B0504000000000000" pitchFamily="34" charset="-78"/>
              </a:rPr>
              <a:t>.</a:t>
            </a:r>
            <a:endParaRPr sz="1200" kern="0" dirty="0">
              <a:solidFill>
                <a:sysClr val="windowText" lastClr="000000"/>
              </a:solidFill>
              <a:latin typeface="UKCEH Suisse" panose="020B0504000000000000" pitchFamily="34" charset="-78"/>
              <a:cs typeface="UKCEH Suisse" panose="020B0504000000000000" pitchFamily="34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18176-FA7E-B42C-84B3-4B7FD5A69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451" y="5008115"/>
            <a:ext cx="1690476" cy="44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358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11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07669" y="532347"/>
            <a:ext cx="5383896" cy="571985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D478FC-C1D6-0DE6-37C6-AA33FAD9B03F}"/>
              </a:ext>
            </a:extLst>
          </p:cNvPr>
          <p:cNvSpPr>
            <a:spLocks noChangeAspect="1"/>
          </p:cNvSpPr>
          <p:nvPr userDrawn="1"/>
        </p:nvSpPr>
        <p:spPr>
          <a:xfrm>
            <a:off x="120673" y="601896"/>
            <a:ext cx="60193" cy="601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0C1D91-FFA1-5FDB-CEB8-B0B02CFC7AA5}"/>
              </a:ext>
            </a:extLst>
          </p:cNvPr>
          <p:cNvSpPr>
            <a:spLocks noChangeAspect="1"/>
          </p:cNvSpPr>
          <p:nvPr userDrawn="1"/>
        </p:nvSpPr>
        <p:spPr>
          <a:xfrm>
            <a:off x="12019937" y="601896"/>
            <a:ext cx="60193" cy="601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97917536-AC2E-04E3-8773-CE9AA4733AE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C887A9-92D5-7F3E-0D36-DC64AEDC3A56}"/>
              </a:ext>
            </a:extLst>
          </p:cNvPr>
          <p:cNvGrpSpPr/>
          <p:nvPr userDrawn="1"/>
        </p:nvGrpSpPr>
        <p:grpSpPr>
          <a:xfrm>
            <a:off x="120673" y="6165413"/>
            <a:ext cx="11959457" cy="146980"/>
            <a:chOff x="120673" y="6165413"/>
            <a:chExt cx="11959457" cy="1469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137BB38-0D85-AF41-480D-149A509D2B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673" y="6165413"/>
              <a:ext cx="60193" cy="6019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82E447C-7A71-9209-D595-EE57E23B3E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19937" y="6165413"/>
              <a:ext cx="60193" cy="6019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bject 3">
              <a:extLst>
                <a:ext uri="{FF2B5EF4-FFF2-40B4-BE49-F238E27FC236}">
                  <a16:creationId xmlns:a16="http://schemas.microsoft.com/office/drawing/2014/main" id="{BFD244BA-FBA2-A7F4-E199-457FADA22CFB}"/>
                </a:ext>
              </a:extLst>
            </p:cNvPr>
            <p:cNvSpPr/>
            <p:nvPr userDrawn="1"/>
          </p:nvSpPr>
          <p:spPr>
            <a:xfrm>
              <a:off x="127306" y="6312393"/>
              <a:ext cx="11937387" cy="0"/>
            </a:xfrm>
            <a:custGeom>
              <a:avLst/>
              <a:gdLst/>
              <a:ahLst/>
              <a:cxnLst/>
              <a:rect l="l" t="t" r="r" b="b"/>
              <a:pathLst>
                <a:path w="19685635">
                  <a:moveTo>
                    <a:pt x="0" y="0"/>
                  </a:moveTo>
                  <a:lnTo>
                    <a:pt x="19685264" y="0"/>
                  </a:lnTo>
                </a:path>
              </a:pathLst>
            </a:custGeom>
            <a:ln w="635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3753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1430340"/>
            <a:ext cx="5310188" cy="2720388"/>
          </a:xfrm>
        </p:spPr>
        <p:txBody>
          <a:bodyPr/>
          <a:lstStyle>
            <a:lvl1pPr>
              <a:defRPr sz="4800" spc="-17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 if required</a:t>
            </a:r>
            <a:br>
              <a:rPr lang="en-GB" dirty="0"/>
            </a:b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0193"/>
            <a:chOff x="120673" y="601896"/>
            <a:chExt cx="11959457" cy="60193"/>
          </a:xfrm>
          <a:solidFill>
            <a:schemeClr val="bg1"/>
          </a:solidFill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4D478FC-C1D6-0DE6-37C6-AA33FAD9B03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673" y="601896"/>
              <a:ext cx="60193" cy="601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0C1D91-FFA1-5FDB-CEB8-B0B02CFC7AA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19937" y="601896"/>
              <a:ext cx="60193" cy="6019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59" y="795828"/>
            <a:ext cx="5310188" cy="310352"/>
          </a:xfrm>
        </p:spPr>
        <p:txBody>
          <a:bodyPr/>
          <a:lstStyle>
            <a:lvl1pPr>
              <a:defRPr sz="2000" b="1" spc="-20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7268F453-5DD7-4B1B-D9E2-E8A983EBC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02443" y="1442171"/>
            <a:ext cx="4248143" cy="986701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sp>
        <p:nvSpPr>
          <p:cNvPr id="3" name="object 20"/>
          <p:cNvSpPr/>
          <p:nvPr userDrawn="1"/>
        </p:nvSpPr>
        <p:spPr>
          <a:xfrm>
            <a:off x="6095999" y="723849"/>
            <a:ext cx="45719" cy="5358542"/>
          </a:xfrm>
          <a:custGeom>
            <a:avLst/>
            <a:gdLst/>
            <a:ahLst/>
            <a:cxnLst/>
            <a:rect l="l" t="t" r="r" b="b"/>
            <a:pathLst>
              <a:path h="9801225">
                <a:moveTo>
                  <a:pt x="0" y="0"/>
                </a:moveTo>
                <a:lnTo>
                  <a:pt x="0" y="9800748"/>
                </a:lnTo>
              </a:path>
            </a:pathLst>
          </a:custGeom>
          <a:ln w="10470">
            <a:solidFill>
              <a:srgbClr val="D5EAE6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5" name="object 14">
            <a:extLst>
              <a:ext uri="{FF2B5EF4-FFF2-40B4-BE49-F238E27FC236}">
                <a16:creationId xmlns:a16="http://schemas.microsoft.com/office/drawing/2014/main" id="{360B8ECF-9133-C99E-C5A9-E2E52B1C4435}"/>
              </a:ext>
            </a:extLst>
          </p:cNvPr>
          <p:cNvGrpSpPr/>
          <p:nvPr userDrawn="1"/>
        </p:nvGrpSpPr>
        <p:grpSpPr>
          <a:xfrm>
            <a:off x="6438981" y="1217676"/>
            <a:ext cx="224493" cy="224493"/>
            <a:chOff x="10679834" y="2116859"/>
            <a:chExt cx="370205" cy="370205"/>
          </a:xfrm>
        </p:grpSpPr>
        <p:sp>
          <p:nvSpPr>
            <p:cNvPr id="6" name="object 15">
              <a:extLst>
                <a:ext uri="{FF2B5EF4-FFF2-40B4-BE49-F238E27FC236}">
                  <a16:creationId xmlns:a16="http://schemas.microsoft.com/office/drawing/2014/main" id="{62AEEE1B-D552-0C83-11B2-961F25033E89}"/>
                </a:ext>
              </a:extLst>
            </p:cNvPr>
            <p:cNvSpPr/>
            <p:nvPr/>
          </p:nvSpPr>
          <p:spPr>
            <a:xfrm>
              <a:off x="10686949" y="211686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5">
                  <a:moveTo>
                    <a:pt x="0" y="0"/>
                  </a:moveTo>
                  <a:lnTo>
                    <a:pt x="0" y="369842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06EB6859-C8FF-37AA-B2E2-A7F59C880C2A}"/>
                </a:ext>
              </a:extLst>
            </p:cNvPr>
            <p:cNvSpPr/>
            <p:nvPr/>
          </p:nvSpPr>
          <p:spPr>
            <a:xfrm>
              <a:off x="10679838" y="2123974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0" y="0"/>
                  </a:moveTo>
                  <a:lnTo>
                    <a:pt x="369842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17">
            <a:extLst>
              <a:ext uri="{FF2B5EF4-FFF2-40B4-BE49-F238E27FC236}">
                <a16:creationId xmlns:a16="http://schemas.microsoft.com/office/drawing/2014/main" id="{AC44FE70-ED21-09C6-2FFA-81933275004B}"/>
              </a:ext>
            </a:extLst>
          </p:cNvPr>
          <p:cNvGrpSpPr/>
          <p:nvPr userDrawn="1"/>
        </p:nvGrpSpPr>
        <p:grpSpPr>
          <a:xfrm>
            <a:off x="11198076" y="2448338"/>
            <a:ext cx="224493" cy="224493"/>
            <a:chOff x="18621210" y="4239587"/>
            <a:chExt cx="370205" cy="370205"/>
          </a:xfrm>
        </p:grpSpPr>
        <p:sp>
          <p:nvSpPr>
            <p:cNvPr id="9" name="object 18">
              <a:extLst>
                <a:ext uri="{FF2B5EF4-FFF2-40B4-BE49-F238E27FC236}">
                  <a16:creationId xmlns:a16="http://schemas.microsoft.com/office/drawing/2014/main" id="{46C5D13F-6067-FA6D-7FCF-A0847D668019}"/>
                </a:ext>
              </a:extLst>
            </p:cNvPr>
            <p:cNvSpPr/>
            <p:nvPr/>
          </p:nvSpPr>
          <p:spPr>
            <a:xfrm>
              <a:off x="18983942" y="4239587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4">
                  <a:moveTo>
                    <a:pt x="0" y="369842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B08DF403-153B-2B6B-4C00-20CAD3DEB398}"/>
                </a:ext>
              </a:extLst>
            </p:cNvPr>
            <p:cNvSpPr/>
            <p:nvPr/>
          </p:nvSpPr>
          <p:spPr>
            <a:xfrm>
              <a:off x="18621210" y="4602315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>
                  <a:moveTo>
                    <a:pt x="369842" y="0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25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xt + Key Poi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6815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72432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Intro text + Key Poin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1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solidFill>
                  <a:schemeClr val="bg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solidFill>
                  <a:schemeClr val="bg1"/>
                </a:solidFill>
                <a:latin typeface="+mn-lt"/>
              </a:defRPr>
            </a:lvl1pPr>
            <a:lvl2pPr marL="442913" indent="-179388">
              <a:defRPr>
                <a:solidFill>
                  <a:schemeClr val="bg1"/>
                </a:solidFill>
                <a:latin typeface="+mn-lt"/>
              </a:defRPr>
            </a:lvl2pPr>
            <a:lvl3pPr marL="263525" indent="0">
              <a:defRPr>
                <a:solidFill>
                  <a:schemeClr val="bg1"/>
                </a:solidFill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solidFill>
                  <a:schemeClr val="bg1"/>
                </a:solidFill>
                <a:latin typeface="+mn-lt"/>
              </a:defRPr>
            </a:lvl4pPr>
            <a:lvl5pPr marL="263525" indent="0">
              <a:defRPr b="1">
                <a:solidFill>
                  <a:schemeClr val="bg1"/>
                </a:solidFill>
                <a:latin typeface="+mn-lt"/>
              </a:defRPr>
            </a:lvl5pPr>
            <a:lvl6pPr marL="263525" indent="0">
              <a:defRPr>
                <a:solidFill>
                  <a:schemeClr val="bg1"/>
                </a:solidFill>
                <a:latin typeface="+mn-lt"/>
              </a:defRPr>
            </a:lvl6pPr>
            <a:lvl7pPr marL="263525" indent="0">
              <a:defRPr>
                <a:solidFill>
                  <a:schemeClr val="bg1"/>
                </a:solidFill>
                <a:latin typeface="+mn-lt"/>
              </a:defRPr>
            </a:lvl7pPr>
            <a:lvl8pPr marL="263525" indent="0">
              <a:defRPr>
                <a:solidFill>
                  <a:schemeClr val="bg1"/>
                </a:solidFill>
                <a:latin typeface="+mn-lt"/>
              </a:defRPr>
            </a:lvl8pPr>
            <a:lvl9pPr marL="263525" indent="0"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3F6AD7-838C-AE45-CA60-4023A2202E1E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00F0D318-D444-A580-8C5A-9D65D1C36559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8C35BABA-596E-10CB-570B-CE9634D9EDC7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48D2BD-D77D-EB95-A3BD-E8EACBE11735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6B137A-A3B9-10EC-BDFC-F457D1BE89BC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B0A5771-3B2C-E16E-54E8-2560C21CFB6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6220687-5C92-6FEA-A66B-D21487EA1EC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F08858-14F0-2ED0-FE94-5D1148037BAD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C41A12C-F34B-72EB-2013-599B949D191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D93C8E5-0A09-9DE8-137C-E66BF4F4295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object 3">
            <a:extLst>
              <a:ext uri="{FF2B5EF4-FFF2-40B4-BE49-F238E27FC236}">
                <a16:creationId xmlns:a16="http://schemas.microsoft.com/office/drawing/2014/main" id="{AB9422F4-0321-8ECA-0D22-010A3CA0EA8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0581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py + Chart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37F132-1611-0072-6721-0381F09CD5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4440314 w 12192000"/>
              <a:gd name="csY0" fmla="*/ 763589 h 6858000"/>
              <a:gd name="csX1" fmla="*/ 4332289 w 12192000"/>
              <a:gd name="csY1" fmla="*/ 871613 h 6858000"/>
              <a:gd name="csX2" fmla="*/ 4332289 w 12192000"/>
              <a:gd name="csY2" fmla="*/ 5984801 h 6858000"/>
              <a:gd name="csX3" fmla="*/ 4440314 w 12192000"/>
              <a:gd name="csY3" fmla="*/ 6092825 h 6858000"/>
              <a:gd name="csX4" fmla="*/ 11783939 w 12192000"/>
              <a:gd name="csY4" fmla="*/ 6092825 h 6858000"/>
              <a:gd name="csX5" fmla="*/ 11891963 w 12192000"/>
              <a:gd name="csY5" fmla="*/ 5984801 h 6858000"/>
              <a:gd name="csX6" fmla="*/ 11891963 w 12192000"/>
              <a:gd name="csY6" fmla="*/ 871613 h 6858000"/>
              <a:gd name="csX7" fmla="*/ 11783939 w 12192000"/>
              <a:gd name="csY7" fmla="*/ 763589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4440314" y="763589"/>
                </a:moveTo>
                <a:cubicBezTo>
                  <a:pt x="4380653" y="763589"/>
                  <a:pt x="4332289" y="811953"/>
                  <a:pt x="4332289" y="871613"/>
                </a:cubicBezTo>
                <a:lnTo>
                  <a:pt x="4332289" y="5984801"/>
                </a:lnTo>
                <a:cubicBezTo>
                  <a:pt x="4332289" y="6044461"/>
                  <a:pt x="4380653" y="6092825"/>
                  <a:pt x="4440314" y="6092825"/>
                </a:cubicBezTo>
                <a:lnTo>
                  <a:pt x="11783939" y="6092825"/>
                </a:lnTo>
                <a:cubicBezTo>
                  <a:pt x="11843599" y="6092825"/>
                  <a:pt x="11891963" y="6044461"/>
                  <a:pt x="11891963" y="5984801"/>
                </a:cubicBezTo>
                <a:lnTo>
                  <a:pt x="11891963" y="871613"/>
                </a:lnTo>
                <a:cubicBezTo>
                  <a:pt x="11891963" y="811953"/>
                  <a:pt x="11843599" y="763589"/>
                  <a:pt x="11783939" y="7635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3529166" cy="465103"/>
          </a:xfrm>
        </p:spPr>
        <p:txBody>
          <a:bodyPr/>
          <a:lstStyle>
            <a:lvl1pPr>
              <a:defRPr sz="32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679951" y="2095500"/>
            <a:ext cx="6724650" cy="36639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79950" y="1153525"/>
            <a:ext cx="672465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45F9-0E47-5AD3-7D09-78C317E628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352916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15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91007F-1B66-BF9B-46C2-CE94DBF659AA}"/>
              </a:ext>
            </a:extLst>
          </p:cNvPr>
          <p:cNvSpPr>
            <a:spLocks noChangeAspect="1"/>
          </p:cNvSpPr>
          <p:nvPr userDrawn="1"/>
        </p:nvSpPr>
        <p:spPr>
          <a:xfrm>
            <a:off x="120673" y="601896"/>
            <a:ext cx="60193" cy="601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2F9D36-AF5A-BEA4-C007-6AAF3914BB4C}"/>
              </a:ext>
            </a:extLst>
          </p:cNvPr>
          <p:cNvSpPr>
            <a:spLocks noChangeAspect="1"/>
          </p:cNvSpPr>
          <p:nvPr userDrawn="1"/>
        </p:nvSpPr>
        <p:spPr>
          <a:xfrm>
            <a:off x="12019937" y="601896"/>
            <a:ext cx="60193" cy="601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7E7F73EB-0437-6B0A-FDE4-C3919465699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6386E776-22C5-7B20-519A-18FEEEEAFD6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442C297F-BB52-0230-35F2-7933423C4B91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3264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  4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FD1440-4935-7D49-646D-2208403477E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097379 w 12192000"/>
              <a:gd name="csY8" fmla="*/ 782150 h 6858000"/>
              <a:gd name="csX9" fmla="*/ 6097379 w 12192000"/>
              <a:gd name="csY9" fmla="*/ 6561136 h 6858000"/>
              <a:gd name="csX10" fmla="*/ 6299280 w 12192000"/>
              <a:gd name="csY10" fmla="*/ 6561136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7625300 w 12192000"/>
              <a:gd name="csY16" fmla="*/ 782150 h 6858000"/>
              <a:gd name="csX17" fmla="*/ 6299285 w 12192000"/>
              <a:gd name="csY17" fmla="*/ 782150 h 6858000"/>
              <a:gd name="csX18" fmla="*/ 0 w 12192000"/>
              <a:gd name="csY18" fmla="*/ 0 h 6858000"/>
              <a:gd name="csX19" fmla="*/ 12192000 w 12192000"/>
              <a:gd name="csY19" fmla="*/ 0 h 6858000"/>
              <a:gd name="csX20" fmla="*/ 12192000 w 12192000"/>
              <a:gd name="csY20" fmla="*/ 6858000 h 6858000"/>
              <a:gd name="csX21" fmla="*/ 0 w 12192000"/>
              <a:gd name="csY2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097379" y="782150"/>
                </a:moveTo>
                <a:lnTo>
                  <a:pt x="6097379" y="6561136"/>
                </a:lnTo>
                <a:lnTo>
                  <a:pt x="6299280" y="6561136"/>
                </a:lnTo>
                <a:lnTo>
                  <a:pt x="6299285" y="6561137"/>
                </a:ln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lnTo>
                  <a:pt x="7625300" y="782150"/>
                </a:lnTo>
                <a:lnTo>
                  <a:pt x="6299285" y="7821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5670B-5E91-CCE3-BD06-E0B317012F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 flipH="1">
            <a:off x="6114063" y="782150"/>
            <a:ext cx="5819568" cy="5778986"/>
          </a:xfrm>
          <a:custGeom>
            <a:avLst/>
            <a:gdLst>
              <a:gd name="csX0" fmla="*/ 109942 w 5819568"/>
              <a:gd name="csY0" fmla="*/ 0 h 5778986"/>
              <a:gd name="csX1" fmla="*/ 779568 w 5819568"/>
              <a:gd name="csY1" fmla="*/ 0 h 5778986"/>
              <a:gd name="csX2" fmla="*/ 5622165 w 5819568"/>
              <a:gd name="csY2" fmla="*/ 0 h 5778986"/>
              <a:gd name="csX3" fmla="*/ 5819568 w 5819568"/>
              <a:gd name="csY3" fmla="*/ 0 h 5778986"/>
              <a:gd name="csX4" fmla="*/ 5819568 w 5819568"/>
              <a:gd name="csY4" fmla="*/ 5778986 h 5778986"/>
              <a:gd name="csX5" fmla="*/ 5622165 w 5819568"/>
              <a:gd name="csY5" fmla="*/ 5778986 h 5778986"/>
              <a:gd name="csX6" fmla="*/ 779568 w 5819568"/>
              <a:gd name="csY6" fmla="*/ 5778986 h 5778986"/>
              <a:gd name="csX7" fmla="*/ 109942 w 5819568"/>
              <a:gd name="csY7" fmla="*/ 5778986 h 5778986"/>
              <a:gd name="csX8" fmla="*/ 0 w 5819568"/>
              <a:gd name="csY8" fmla="*/ 5669044 h 5778986"/>
              <a:gd name="csX9" fmla="*/ 0 w 5819568"/>
              <a:gd name="csY9" fmla="*/ 109942 h 5778986"/>
              <a:gd name="csX10" fmla="*/ 109942 w 5819568"/>
              <a:gd name="csY10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819568" h="5778986">
                <a:moveTo>
                  <a:pt x="109942" y="0"/>
                </a:moveTo>
                <a:lnTo>
                  <a:pt x="779568" y="0"/>
                </a:lnTo>
                <a:lnTo>
                  <a:pt x="5622165" y="0"/>
                </a:lnTo>
                <a:lnTo>
                  <a:pt x="5819568" y="0"/>
                </a:lnTo>
                <a:lnTo>
                  <a:pt x="5819568" y="5778986"/>
                </a:lnTo>
                <a:lnTo>
                  <a:pt x="5622165" y="5778986"/>
                </a:lnTo>
                <a:lnTo>
                  <a:pt x="779568" y="5778986"/>
                </a:ln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9704BC-5034-C703-FB86-CF30172A02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8F4AF7-AEAD-2C99-B0BC-A0F7468ACD9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</p:spTree>
    <p:extLst>
      <p:ext uri="{BB962C8B-B14F-4D97-AF65-F5344CB8AC3E}">
        <p14:creationId xmlns:p14="http://schemas.microsoft.com/office/powerpoint/2010/main" val="232271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py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6C190B-0185-73FD-A7E2-1D2F1C5DA49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782150"/>
            <a:ext cx="5795963" cy="5778987"/>
          </a:xfrm>
          <a:custGeom>
            <a:avLst/>
            <a:gdLst>
              <a:gd name="connsiteX0" fmla="*/ 110841 w 5795963"/>
              <a:gd name="connsiteY0" fmla="*/ 0 h 5778987"/>
              <a:gd name="connsiteX1" fmla="*/ 5685122 w 5795963"/>
              <a:gd name="connsiteY1" fmla="*/ 0 h 5778987"/>
              <a:gd name="connsiteX2" fmla="*/ 5795963 w 5795963"/>
              <a:gd name="connsiteY2" fmla="*/ 110841 h 5778987"/>
              <a:gd name="connsiteX3" fmla="*/ 5795963 w 5795963"/>
              <a:gd name="connsiteY3" fmla="*/ 5668146 h 5778987"/>
              <a:gd name="connsiteX4" fmla="*/ 5685122 w 5795963"/>
              <a:gd name="connsiteY4" fmla="*/ 5778987 h 5778987"/>
              <a:gd name="connsiteX5" fmla="*/ 110841 w 5795963"/>
              <a:gd name="connsiteY5" fmla="*/ 5778987 h 5778987"/>
              <a:gd name="connsiteX6" fmla="*/ 0 w 5795963"/>
              <a:gd name="connsiteY6" fmla="*/ 5668146 h 5778987"/>
              <a:gd name="connsiteX7" fmla="*/ 0 w 5795963"/>
              <a:gd name="connsiteY7" fmla="*/ 110841 h 5778987"/>
              <a:gd name="connsiteX8" fmla="*/ 110841 w 5795963"/>
              <a:gd name="connsiteY8" fmla="*/ 0 h 577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5963" h="5778987">
                <a:moveTo>
                  <a:pt x="110841" y="0"/>
                </a:moveTo>
                <a:lnTo>
                  <a:pt x="5685122" y="0"/>
                </a:lnTo>
                <a:cubicBezTo>
                  <a:pt x="5746338" y="0"/>
                  <a:pt x="5795963" y="49625"/>
                  <a:pt x="5795963" y="110841"/>
                </a:cubicBezTo>
                <a:lnTo>
                  <a:pt x="5795963" y="5668146"/>
                </a:lnTo>
                <a:cubicBezTo>
                  <a:pt x="5795963" y="5729362"/>
                  <a:pt x="5746338" y="5778987"/>
                  <a:pt x="5685122" y="5778987"/>
                </a:cubicBezTo>
                <a:lnTo>
                  <a:pt x="110841" y="5778987"/>
                </a:lnTo>
                <a:cubicBezTo>
                  <a:pt x="49625" y="5778987"/>
                  <a:pt x="0" y="5729362"/>
                  <a:pt x="0" y="5668146"/>
                </a:cubicBezTo>
                <a:lnTo>
                  <a:pt x="0" y="110841"/>
                </a:lnTo>
                <a:cubicBezTo>
                  <a:pt x="0" y="49625"/>
                  <a:pt x="49625" y="0"/>
                  <a:pt x="1108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9734846-0BFD-FDD7-C621-043B901E2D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2095500"/>
            <a:ext cx="5310187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2648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1219264"/>
            <a:ext cx="5735076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EB1C213F-A56B-0AEA-514F-CC7689297A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56889" y="1219264"/>
            <a:ext cx="5735076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514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1219264"/>
            <a:ext cx="11614151" cy="5341872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410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11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476973" y="532347"/>
            <a:ext cx="5714592" cy="60711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2513736"/>
            <a:ext cx="5310188" cy="163699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057891"/>
            <a:ext cx="5310188" cy="310352"/>
          </a:xfrm>
        </p:spPr>
        <p:txBody>
          <a:bodyPr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97917536-AC2E-04E3-8773-CE9AA4733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623" y="4438553"/>
            <a:ext cx="4248150" cy="863028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59A8FC7-2CDE-6E8F-38AA-41659FC775F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2195" y="6226475"/>
            <a:ext cx="11327045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bg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550800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C763B1-4CBB-9747-FBB3-F524D99EF5C8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11BC098D-8670-1613-A0B1-8B6FCABEC146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CE2579DF-0B30-705B-C8FD-25AF551B5F6A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82A69B8-8BA3-E9DC-7A9D-FA14853D36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4532EF3-B6F0-B76B-9CFE-47CDEDAE2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799" y="1430340"/>
            <a:ext cx="5310188" cy="2720388"/>
          </a:xfrm>
        </p:spPr>
        <p:txBody>
          <a:bodyPr/>
          <a:lstStyle>
            <a:lvl1pPr>
              <a:defRPr sz="4800" spc="-17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 3 </a:t>
            </a:r>
            <a:br>
              <a:rPr lang="en-GB" dirty="0"/>
            </a:br>
            <a:r>
              <a:rPr lang="en-GB" dirty="0"/>
              <a:t>that can break over three lines if required</a:t>
            </a:r>
            <a:br>
              <a:rPr lang="en-GB" dirty="0"/>
            </a:b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CB6CFB-017C-07CB-C76D-D9162BE6528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AA5BB6-48E5-8E32-B4AA-B288D7B7E4A2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4D478FC-C1D6-0DE6-37C6-AA33FAD9B03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137BB38-0D85-AF41-480D-149A509D2BC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AD72DA-E868-B4DE-E8F7-70DDC92BB2E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0C1D91-FFA1-5FDB-CEB8-B0B02CFC7AA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82E447C-7A71-9209-D595-EE57E23B3EB5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5EF4511-BC4F-0983-B1FD-B1C40AF754A9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8531630-32B9-1621-E0BF-AB57475FA4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59" y="795828"/>
            <a:ext cx="5310188" cy="310352"/>
          </a:xfrm>
        </p:spPr>
        <p:txBody>
          <a:bodyPr/>
          <a:lstStyle>
            <a:lvl1pPr>
              <a:defRPr sz="2000" b="1" spc="-20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7268F453-5DD7-4B1B-D9E2-E8A983EBC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02443" y="1442171"/>
            <a:ext cx="4248143" cy="986701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2400" spc="-8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800" spc="-40" baseline="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Presentation subtitle goes here over two lines if required. 24pt. </a:t>
            </a:r>
          </a:p>
        </p:txBody>
      </p:sp>
      <p:sp>
        <p:nvSpPr>
          <p:cNvPr id="3" name="object 20"/>
          <p:cNvSpPr/>
          <p:nvPr userDrawn="1"/>
        </p:nvSpPr>
        <p:spPr>
          <a:xfrm>
            <a:off x="6096000" y="723849"/>
            <a:ext cx="0" cy="5943472"/>
          </a:xfrm>
          <a:custGeom>
            <a:avLst/>
            <a:gdLst/>
            <a:ahLst/>
            <a:cxnLst/>
            <a:rect l="l" t="t" r="r" b="b"/>
            <a:pathLst>
              <a:path h="9801225">
                <a:moveTo>
                  <a:pt x="0" y="0"/>
                </a:moveTo>
                <a:lnTo>
                  <a:pt x="0" y="9800748"/>
                </a:lnTo>
              </a:path>
            </a:pathLst>
          </a:custGeom>
          <a:ln w="10470">
            <a:solidFill>
              <a:srgbClr val="D5EAE6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5" name="object 14">
            <a:extLst>
              <a:ext uri="{FF2B5EF4-FFF2-40B4-BE49-F238E27FC236}">
                <a16:creationId xmlns:a16="http://schemas.microsoft.com/office/drawing/2014/main" id="{360B8ECF-9133-C99E-C5A9-E2E52B1C4435}"/>
              </a:ext>
            </a:extLst>
          </p:cNvPr>
          <p:cNvGrpSpPr/>
          <p:nvPr userDrawn="1"/>
        </p:nvGrpSpPr>
        <p:grpSpPr>
          <a:xfrm>
            <a:off x="6438981" y="1217676"/>
            <a:ext cx="224493" cy="224493"/>
            <a:chOff x="10679834" y="2116859"/>
            <a:chExt cx="370205" cy="370205"/>
          </a:xfrm>
        </p:grpSpPr>
        <p:sp>
          <p:nvSpPr>
            <p:cNvPr id="6" name="object 15">
              <a:extLst>
                <a:ext uri="{FF2B5EF4-FFF2-40B4-BE49-F238E27FC236}">
                  <a16:creationId xmlns:a16="http://schemas.microsoft.com/office/drawing/2014/main" id="{62AEEE1B-D552-0C83-11B2-961F25033E89}"/>
                </a:ext>
              </a:extLst>
            </p:cNvPr>
            <p:cNvSpPr/>
            <p:nvPr/>
          </p:nvSpPr>
          <p:spPr>
            <a:xfrm>
              <a:off x="10686949" y="2116862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5">
                  <a:moveTo>
                    <a:pt x="0" y="0"/>
                  </a:moveTo>
                  <a:lnTo>
                    <a:pt x="0" y="369842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16">
              <a:extLst>
                <a:ext uri="{FF2B5EF4-FFF2-40B4-BE49-F238E27FC236}">
                  <a16:creationId xmlns:a16="http://schemas.microsoft.com/office/drawing/2014/main" id="{06EB6859-C8FF-37AA-B2E2-A7F59C880C2A}"/>
                </a:ext>
              </a:extLst>
            </p:cNvPr>
            <p:cNvSpPr/>
            <p:nvPr/>
          </p:nvSpPr>
          <p:spPr>
            <a:xfrm>
              <a:off x="10679838" y="2123974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0" y="0"/>
                  </a:moveTo>
                  <a:lnTo>
                    <a:pt x="369842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17">
            <a:extLst>
              <a:ext uri="{FF2B5EF4-FFF2-40B4-BE49-F238E27FC236}">
                <a16:creationId xmlns:a16="http://schemas.microsoft.com/office/drawing/2014/main" id="{AC44FE70-ED21-09C6-2FFA-81933275004B}"/>
              </a:ext>
            </a:extLst>
          </p:cNvPr>
          <p:cNvGrpSpPr/>
          <p:nvPr userDrawn="1"/>
        </p:nvGrpSpPr>
        <p:grpSpPr>
          <a:xfrm>
            <a:off x="11198076" y="2448338"/>
            <a:ext cx="224493" cy="224493"/>
            <a:chOff x="18621210" y="4239587"/>
            <a:chExt cx="370205" cy="370205"/>
          </a:xfrm>
        </p:grpSpPr>
        <p:sp>
          <p:nvSpPr>
            <p:cNvPr id="9" name="object 18">
              <a:extLst>
                <a:ext uri="{FF2B5EF4-FFF2-40B4-BE49-F238E27FC236}">
                  <a16:creationId xmlns:a16="http://schemas.microsoft.com/office/drawing/2014/main" id="{46C5D13F-6067-FA6D-7FCF-A0847D668019}"/>
                </a:ext>
              </a:extLst>
            </p:cNvPr>
            <p:cNvSpPr/>
            <p:nvPr/>
          </p:nvSpPr>
          <p:spPr>
            <a:xfrm>
              <a:off x="18983942" y="4239587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4">
                  <a:moveTo>
                    <a:pt x="0" y="369842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B08DF403-153B-2B6B-4C00-20CAD3DEB398}"/>
                </a:ext>
              </a:extLst>
            </p:cNvPr>
            <p:cNvSpPr/>
            <p:nvPr/>
          </p:nvSpPr>
          <p:spPr>
            <a:xfrm>
              <a:off x="18621210" y="4602315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>
                  <a:moveTo>
                    <a:pt x="369842" y="0"/>
                  </a:moveTo>
                  <a:lnTo>
                    <a:pt x="0" y="0"/>
                  </a:lnTo>
                </a:path>
              </a:pathLst>
            </a:custGeom>
            <a:ln w="142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FCD29CF-E38D-9175-CAFB-570250EA90F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2196" y="6226475"/>
            <a:ext cx="5326508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bg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2224947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xt + Key Poi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1">
                <a:latin typeface="+mn-lt"/>
              </a:defRPr>
            </a:lvl5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6815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DE2EF88-6D36-A95E-A594-B3209FF843F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2195" y="6089950"/>
            <a:ext cx="11203067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5364584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Intro text + Key Poin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4945216" cy="36639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 b="1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1">
                <a:solidFill>
                  <a:schemeClr val="bg1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solidFill>
                  <a:schemeClr val="bg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A0ACD1-FC2E-123C-455F-A17C80C8C79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65130" y="2095500"/>
            <a:ext cx="5584111" cy="3663950"/>
          </a:xfrm>
        </p:spPr>
        <p:txBody>
          <a:bodyPr/>
          <a:lstStyle>
            <a:lvl1pPr marL="263525" indent="0">
              <a:defRPr>
                <a:solidFill>
                  <a:schemeClr val="bg1"/>
                </a:solidFill>
                <a:latin typeface="+mn-lt"/>
              </a:defRPr>
            </a:lvl1pPr>
            <a:lvl2pPr marL="442913" indent="-179388">
              <a:defRPr>
                <a:solidFill>
                  <a:schemeClr val="bg1"/>
                </a:solidFill>
                <a:latin typeface="+mn-lt"/>
              </a:defRPr>
            </a:lvl2pPr>
            <a:lvl3pPr marL="263525" indent="0">
              <a:defRPr>
                <a:solidFill>
                  <a:schemeClr val="bg1"/>
                </a:solidFill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solidFill>
                  <a:schemeClr val="bg1"/>
                </a:solidFill>
                <a:latin typeface="+mn-lt"/>
              </a:defRPr>
            </a:lvl4pPr>
            <a:lvl5pPr marL="263525" indent="0">
              <a:defRPr b="1">
                <a:solidFill>
                  <a:schemeClr val="bg1"/>
                </a:solidFill>
                <a:latin typeface="+mn-lt"/>
              </a:defRPr>
            </a:lvl5pPr>
            <a:lvl6pPr marL="263525" indent="0">
              <a:defRPr>
                <a:solidFill>
                  <a:schemeClr val="bg1"/>
                </a:solidFill>
                <a:latin typeface="+mn-lt"/>
              </a:defRPr>
            </a:lvl6pPr>
            <a:lvl7pPr marL="263525" indent="0">
              <a:defRPr>
                <a:solidFill>
                  <a:schemeClr val="bg1"/>
                </a:solidFill>
                <a:latin typeface="+mn-lt"/>
              </a:defRPr>
            </a:lvl7pPr>
            <a:lvl8pPr marL="263525" indent="0">
              <a:defRPr>
                <a:solidFill>
                  <a:schemeClr val="bg1"/>
                </a:solidFill>
                <a:latin typeface="+mn-lt"/>
              </a:defRPr>
            </a:lvl8pPr>
            <a:lvl9pPr marL="263525" indent="0"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3F6AD7-838C-AE45-CA60-4023A2202E1E}"/>
              </a:ext>
            </a:extLst>
          </p:cNvPr>
          <p:cNvGrpSpPr/>
          <p:nvPr userDrawn="1"/>
        </p:nvGrpSpPr>
        <p:grpSpPr>
          <a:xfrm>
            <a:off x="143595" y="135785"/>
            <a:ext cx="1089185" cy="288028"/>
            <a:chOff x="143595" y="135785"/>
            <a:chExt cx="1089185" cy="288028"/>
          </a:xfrm>
          <a:solidFill>
            <a:schemeClr val="bg1"/>
          </a:solidFill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00F0D318-D444-A580-8C5A-9D65D1C36559}"/>
                </a:ext>
              </a:extLst>
            </p:cNvPr>
            <p:cNvSpPr/>
            <p:nvPr userDrawn="1"/>
          </p:nvSpPr>
          <p:spPr>
            <a:xfrm>
              <a:off x="478824" y="191457"/>
              <a:ext cx="753956" cy="175204"/>
            </a:xfrm>
            <a:custGeom>
              <a:avLst/>
              <a:gdLst/>
              <a:ahLst/>
              <a:cxnLst/>
              <a:rect l="l" t="t" r="r" b="b"/>
              <a:pathLst>
                <a:path w="1243330" h="288925">
                  <a:moveTo>
                    <a:pt x="39223" y="4994"/>
                  </a:moveTo>
                  <a:lnTo>
                    <a:pt x="0" y="4994"/>
                  </a:lnTo>
                  <a:lnTo>
                    <a:pt x="0" y="170361"/>
                  </a:lnTo>
                  <a:lnTo>
                    <a:pt x="6495" y="225537"/>
                  </a:lnTo>
                  <a:lnTo>
                    <a:pt x="26582" y="262179"/>
                  </a:lnTo>
                  <a:lnTo>
                    <a:pt x="61163" y="282523"/>
                  </a:lnTo>
                  <a:lnTo>
                    <a:pt x="111137" y="288807"/>
                  </a:lnTo>
                  <a:lnTo>
                    <a:pt x="162919" y="281285"/>
                  </a:lnTo>
                  <a:lnTo>
                    <a:pt x="197719" y="258621"/>
                  </a:lnTo>
                  <a:lnTo>
                    <a:pt x="199605" y="254966"/>
                  </a:lnTo>
                  <a:lnTo>
                    <a:pt x="111137" y="254966"/>
                  </a:lnTo>
                  <a:lnTo>
                    <a:pt x="77840" y="250140"/>
                  </a:lnTo>
                  <a:lnTo>
                    <a:pt x="55571" y="235401"/>
                  </a:lnTo>
                  <a:lnTo>
                    <a:pt x="43106" y="210350"/>
                  </a:lnTo>
                  <a:lnTo>
                    <a:pt x="39223" y="174591"/>
                  </a:lnTo>
                  <a:lnTo>
                    <a:pt x="39223" y="4994"/>
                  </a:lnTo>
                  <a:close/>
                </a:path>
                <a:path w="1243330" h="288925">
                  <a:moveTo>
                    <a:pt x="223438" y="4994"/>
                  </a:moveTo>
                  <a:lnTo>
                    <a:pt x="184214" y="4994"/>
                  </a:lnTo>
                  <a:lnTo>
                    <a:pt x="184214" y="170361"/>
                  </a:lnTo>
                  <a:lnTo>
                    <a:pt x="180314" y="206781"/>
                  </a:lnTo>
                  <a:lnTo>
                    <a:pt x="167725" y="233286"/>
                  </a:lnTo>
                  <a:lnTo>
                    <a:pt x="145111" y="249479"/>
                  </a:lnTo>
                  <a:lnTo>
                    <a:pt x="111137" y="254966"/>
                  </a:lnTo>
                  <a:lnTo>
                    <a:pt x="199605" y="254966"/>
                  </a:lnTo>
                  <a:lnTo>
                    <a:pt x="217302" y="220669"/>
                  </a:lnTo>
                  <a:lnTo>
                    <a:pt x="223438" y="167282"/>
                  </a:lnTo>
                  <a:lnTo>
                    <a:pt x="223438" y="4994"/>
                  </a:lnTo>
                  <a:close/>
                </a:path>
                <a:path w="1243330" h="288925">
                  <a:moveTo>
                    <a:pt x="313037" y="4994"/>
                  </a:moveTo>
                  <a:lnTo>
                    <a:pt x="273813" y="4994"/>
                  </a:lnTo>
                  <a:lnTo>
                    <a:pt x="273813" y="283802"/>
                  </a:lnTo>
                  <a:lnTo>
                    <a:pt x="313037" y="283802"/>
                  </a:lnTo>
                  <a:lnTo>
                    <a:pt x="313037" y="196130"/>
                  </a:lnTo>
                  <a:lnTo>
                    <a:pt x="356879" y="147670"/>
                  </a:lnTo>
                  <a:lnTo>
                    <a:pt x="403714" y="147670"/>
                  </a:lnTo>
                  <a:lnTo>
                    <a:pt x="402092" y="145367"/>
                  </a:lnTo>
                  <a:lnTo>
                    <a:pt x="313037" y="145367"/>
                  </a:lnTo>
                  <a:lnTo>
                    <a:pt x="313037" y="4994"/>
                  </a:lnTo>
                  <a:close/>
                </a:path>
                <a:path w="1243330" h="288925">
                  <a:moveTo>
                    <a:pt x="403714" y="147670"/>
                  </a:moveTo>
                  <a:lnTo>
                    <a:pt x="356879" y="147670"/>
                  </a:lnTo>
                  <a:lnTo>
                    <a:pt x="452635" y="283802"/>
                  </a:lnTo>
                  <a:lnTo>
                    <a:pt x="499555" y="283802"/>
                  </a:lnTo>
                  <a:lnTo>
                    <a:pt x="403714" y="147670"/>
                  </a:lnTo>
                  <a:close/>
                </a:path>
                <a:path w="1243330" h="288925">
                  <a:moveTo>
                    <a:pt x="487639" y="4994"/>
                  </a:moveTo>
                  <a:lnTo>
                    <a:pt x="438792" y="4994"/>
                  </a:lnTo>
                  <a:lnTo>
                    <a:pt x="313037" y="145367"/>
                  </a:lnTo>
                  <a:lnTo>
                    <a:pt x="402092" y="145367"/>
                  </a:lnTo>
                  <a:lnTo>
                    <a:pt x="383412" y="118834"/>
                  </a:lnTo>
                  <a:lnTo>
                    <a:pt x="487639" y="4994"/>
                  </a:lnTo>
                  <a:close/>
                </a:path>
                <a:path w="1243330" h="288925">
                  <a:moveTo>
                    <a:pt x="630692" y="0"/>
                  </a:moveTo>
                  <a:lnTo>
                    <a:pt x="587086" y="6688"/>
                  </a:lnTo>
                  <a:lnTo>
                    <a:pt x="551180" y="25818"/>
                  </a:lnTo>
                  <a:lnTo>
                    <a:pt x="524117" y="55986"/>
                  </a:lnTo>
                  <a:lnTo>
                    <a:pt x="507040" y="95790"/>
                  </a:lnTo>
                  <a:lnTo>
                    <a:pt x="501094" y="143828"/>
                  </a:lnTo>
                  <a:lnTo>
                    <a:pt x="506546" y="191167"/>
                  </a:lnTo>
                  <a:lnTo>
                    <a:pt x="506572" y="191394"/>
                  </a:lnTo>
                  <a:lnTo>
                    <a:pt x="522590" y="231410"/>
                  </a:lnTo>
                  <a:lnTo>
                    <a:pt x="548520" y="262141"/>
                  </a:lnTo>
                  <a:lnTo>
                    <a:pt x="583737" y="281852"/>
                  </a:lnTo>
                  <a:lnTo>
                    <a:pt x="627614" y="288807"/>
                  </a:lnTo>
                  <a:lnTo>
                    <a:pt x="670222" y="282799"/>
                  </a:lnTo>
                  <a:lnTo>
                    <a:pt x="706016" y="264965"/>
                  </a:lnTo>
                  <a:lnTo>
                    <a:pt x="714428" y="255740"/>
                  </a:lnTo>
                  <a:lnTo>
                    <a:pt x="629917" y="255740"/>
                  </a:lnTo>
                  <a:lnTo>
                    <a:pt x="594136" y="248205"/>
                  </a:lnTo>
                  <a:lnTo>
                    <a:pt x="566032" y="226320"/>
                  </a:lnTo>
                  <a:lnTo>
                    <a:pt x="547781" y="191394"/>
                  </a:lnTo>
                  <a:lnTo>
                    <a:pt x="547662" y="191167"/>
                  </a:lnTo>
                  <a:lnTo>
                    <a:pt x="541083" y="143828"/>
                  </a:lnTo>
                  <a:lnTo>
                    <a:pt x="547861" y="96019"/>
                  </a:lnTo>
                  <a:lnTo>
                    <a:pt x="566465" y="61334"/>
                  </a:lnTo>
                  <a:lnTo>
                    <a:pt x="594299" y="40206"/>
                  </a:lnTo>
                  <a:lnTo>
                    <a:pt x="628766" y="33067"/>
                  </a:lnTo>
                  <a:lnTo>
                    <a:pt x="713229" y="33067"/>
                  </a:lnTo>
                  <a:lnTo>
                    <a:pt x="705776" y="24564"/>
                  </a:lnTo>
                  <a:lnTo>
                    <a:pt x="671443" y="6279"/>
                  </a:lnTo>
                  <a:lnTo>
                    <a:pt x="630692" y="0"/>
                  </a:lnTo>
                  <a:close/>
                </a:path>
                <a:path w="1243330" h="288925">
                  <a:moveTo>
                    <a:pt x="748364" y="194978"/>
                  </a:moveTo>
                  <a:lnTo>
                    <a:pt x="710292" y="194978"/>
                  </a:lnTo>
                  <a:lnTo>
                    <a:pt x="700279" y="219557"/>
                  </a:lnTo>
                  <a:lnTo>
                    <a:pt x="683522" y="238768"/>
                  </a:lnTo>
                  <a:lnTo>
                    <a:pt x="660056" y="251275"/>
                  </a:lnTo>
                  <a:lnTo>
                    <a:pt x="629917" y="255740"/>
                  </a:lnTo>
                  <a:lnTo>
                    <a:pt x="714428" y="255740"/>
                  </a:lnTo>
                  <a:lnTo>
                    <a:pt x="732797" y="235595"/>
                  </a:lnTo>
                  <a:lnTo>
                    <a:pt x="748364" y="194978"/>
                  </a:lnTo>
                  <a:close/>
                </a:path>
                <a:path w="1243330" h="288925">
                  <a:moveTo>
                    <a:pt x="713229" y="33067"/>
                  </a:moveTo>
                  <a:lnTo>
                    <a:pt x="628766" y="33067"/>
                  </a:lnTo>
                  <a:lnTo>
                    <a:pt x="658788" y="37640"/>
                  </a:lnTo>
                  <a:lnTo>
                    <a:pt x="682318" y="50325"/>
                  </a:lnTo>
                  <a:lnTo>
                    <a:pt x="699069" y="69572"/>
                  </a:lnTo>
                  <a:lnTo>
                    <a:pt x="708753" y="93829"/>
                  </a:lnTo>
                  <a:lnTo>
                    <a:pt x="746825" y="93829"/>
                  </a:lnTo>
                  <a:lnTo>
                    <a:pt x="731601" y="54024"/>
                  </a:lnTo>
                  <a:lnTo>
                    <a:pt x="713229" y="33067"/>
                  </a:lnTo>
                  <a:close/>
                </a:path>
                <a:path w="1243330" h="288925">
                  <a:moveTo>
                    <a:pt x="975268" y="4994"/>
                  </a:moveTo>
                  <a:lnTo>
                    <a:pt x="786059" y="4994"/>
                  </a:lnTo>
                  <a:lnTo>
                    <a:pt x="786059" y="283802"/>
                  </a:lnTo>
                  <a:lnTo>
                    <a:pt x="975268" y="283802"/>
                  </a:lnTo>
                  <a:lnTo>
                    <a:pt x="975268" y="249971"/>
                  </a:lnTo>
                  <a:lnTo>
                    <a:pt x="825283" y="249971"/>
                  </a:lnTo>
                  <a:lnTo>
                    <a:pt x="825283" y="157283"/>
                  </a:lnTo>
                  <a:lnTo>
                    <a:pt x="966420" y="157283"/>
                  </a:lnTo>
                  <a:lnTo>
                    <a:pt x="966420" y="123441"/>
                  </a:lnTo>
                  <a:lnTo>
                    <a:pt x="825283" y="123441"/>
                  </a:lnTo>
                  <a:lnTo>
                    <a:pt x="825283" y="38836"/>
                  </a:lnTo>
                  <a:lnTo>
                    <a:pt x="975268" y="38836"/>
                  </a:lnTo>
                  <a:lnTo>
                    <a:pt x="975268" y="4994"/>
                  </a:lnTo>
                  <a:close/>
                </a:path>
                <a:path w="1243330" h="288925">
                  <a:moveTo>
                    <a:pt x="1057171" y="4994"/>
                  </a:moveTo>
                  <a:lnTo>
                    <a:pt x="1017948" y="4994"/>
                  </a:lnTo>
                  <a:lnTo>
                    <a:pt x="1017948" y="283802"/>
                  </a:lnTo>
                  <a:lnTo>
                    <a:pt x="1057171" y="283802"/>
                  </a:lnTo>
                  <a:lnTo>
                    <a:pt x="1057171" y="157283"/>
                  </a:lnTo>
                  <a:lnTo>
                    <a:pt x="1242925" y="157283"/>
                  </a:lnTo>
                  <a:lnTo>
                    <a:pt x="1242925" y="123441"/>
                  </a:lnTo>
                  <a:lnTo>
                    <a:pt x="1057171" y="123441"/>
                  </a:lnTo>
                  <a:lnTo>
                    <a:pt x="1057171" y="4994"/>
                  </a:lnTo>
                  <a:close/>
                </a:path>
                <a:path w="1243330" h="288925">
                  <a:moveTo>
                    <a:pt x="1242925" y="157283"/>
                  </a:moveTo>
                  <a:lnTo>
                    <a:pt x="1203701" y="157283"/>
                  </a:lnTo>
                  <a:lnTo>
                    <a:pt x="1203701" y="283802"/>
                  </a:lnTo>
                  <a:lnTo>
                    <a:pt x="1242925" y="283802"/>
                  </a:lnTo>
                  <a:lnTo>
                    <a:pt x="1242925" y="157283"/>
                  </a:lnTo>
                  <a:close/>
                </a:path>
                <a:path w="1243330" h="288925">
                  <a:moveTo>
                    <a:pt x="1242925" y="4994"/>
                  </a:moveTo>
                  <a:lnTo>
                    <a:pt x="1203701" y="4994"/>
                  </a:lnTo>
                  <a:lnTo>
                    <a:pt x="1203701" y="123441"/>
                  </a:lnTo>
                  <a:lnTo>
                    <a:pt x="1242925" y="123441"/>
                  </a:lnTo>
                  <a:lnTo>
                    <a:pt x="1242925" y="499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8C35BABA-596E-10CB-570B-CE9634D9EDC7}"/>
                </a:ext>
              </a:extLst>
            </p:cNvPr>
            <p:cNvSpPr/>
            <p:nvPr userDrawn="1"/>
          </p:nvSpPr>
          <p:spPr>
            <a:xfrm>
              <a:off x="143595" y="135785"/>
              <a:ext cx="288028" cy="288028"/>
            </a:xfrm>
            <a:custGeom>
              <a:avLst/>
              <a:gdLst/>
              <a:ahLst/>
              <a:cxnLst/>
              <a:rect l="l" t="t" r="r" b="b"/>
              <a:pathLst>
                <a:path w="474980" h="474980">
                  <a:moveTo>
                    <a:pt x="62826" y="237299"/>
                  </a:moveTo>
                  <a:lnTo>
                    <a:pt x="60350" y="225069"/>
                  </a:lnTo>
                  <a:lnTo>
                    <a:pt x="53619" y="215087"/>
                  </a:lnTo>
                  <a:lnTo>
                    <a:pt x="43637" y="208356"/>
                  </a:lnTo>
                  <a:lnTo>
                    <a:pt x="31407" y="205879"/>
                  </a:lnTo>
                  <a:lnTo>
                    <a:pt x="19177" y="208356"/>
                  </a:lnTo>
                  <a:lnTo>
                    <a:pt x="9194" y="215087"/>
                  </a:lnTo>
                  <a:lnTo>
                    <a:pt x="2463" y="225069"/>
                  </a:lnTo>
                  <a:lnTo>
                    <a:pt x="0" y="237299"/>
                  </a:lnTo>
                  <a:lnTo>
                    <a:pt x="2463" y="249516"/>
                  </a:lnTo>
                  <a:lnTo>
                    <a:pt x="9194" y="259499"/>
                  </a:lnTo>
                  <a:lnTo>
                    <a:pt x="19177" y="266230"/>
                  </a:lnTo>
                  <a:lnTo>
                    <a:pt x="31407" y="268693"/>
                  </a:lnTo>
                  <a:lnTo>
                    <a:pt x="43637" y="266230"/>
                  </a:lnTo>
                  <a:lnTo>
                    <a:pt x="53619" y="259499"/>
                  </a:lnTo>
                  <a:lnTo>
                    <a:pt x="60350" y="249516"/>
                  </a:lnTo>
                  <a:lnTo>
                    <a:pt x="62826" y="237299"/>
                  </a:lnTo>
                  <a:close/>
                </a:path>
                <a:path w="474980" h="474980">
                  <a:moveTo>
                    <a:pt x="90170" y="336346"/>
                  </a:moveTo>
                  <a:lnTo>
                    <a:pt x="86194" y="324523"/>
                  </a:lnTo>
                  <a:lnTo>
                    <a:pt x="77939" y="315175"/>
                  </a:lnTo>
                  <a:lnTo>
                    <a:pt x="67119" y="309892"/>
                  </a:lnTo>
                  <a:lnTo>
                    <a:pt x="55118" y="309054"/>
                  </a:lnTo>
                  <a:lnTo>
                    <a:pt x="43294" y="313029"/>
                  </a:lnTo>
                  <a:lnTo>
                    <a:pt x="33934" y="321284"/>
                  </a:lnTo>
                  <a:lnTo>
                    <a:pt x="28651" y="332105"/>
                  </a:lnTo>
                  <a:lnTo>
                    <a:pt x="27813" y="344106"/>
                  </a:lnTo>
                  <a:lnTo>
                    <a:pt x="31788" y="355930"/>
                  </a:lnTo>
                  <a:lnTo>
                    <a:pt x="40043" y="365290"/>
                  </a:lnTo>
                  <a:lnTo>
                    <a:pt x="50863" y="370560"/>
                  </a:lnTo>
                  <a:lnTo>
                    <a:pt x="62877" y="371398"/>
                  </a:lnTo>
                  <a:lnTo>
                    <a:pt x="74701" y="367423"/>
                  </a:lnTo>
                  <a:lnTo>
                    <a:pt x="84048" y="359181"/>
                  </a:lnTo>
                  <a:lnTo>
                    <a:pt x="89331" y="348361"/>
                  </a:lnTo>
                  <a:lnTo>
                    <a:pt x="90170" y="336346"/>
                  </a:lnTo>
                  <a:close/>
                </a:path>
                <a:path w="474980" h="474980">
                  <a:moveTo>
                    <a:pt x="90170" y="138239"/>
                  </a:moveTo>
                  <a:lnTo>
                    <a:pt x="89331" y="126225"/>
                  </a:lnTo>
                  <a:lnTo>
                    <a:pt x="84048" y="115404"/>
                  </a:lnTo>
                  <a:lnTo>
                    <a:pt x="74701" y="107149"/>
                  </a:lnTo>
                  <a:lnTo>
                    <a:pt x="62877" y="103174"/>
                  </a:lnTo>
                  <a:lnTo>
                    <a:pt x="50863" y="104013"/>
                  </a:lnTo>
                  <a:lnTo>
                    <a:pt x="40043" y="109296"/>
                  </a:lnTo>
                  <a:lnTo>
                    <a:pt x="31800" y="118656"/>
                  </a:lnTo>
                  <a:lnTo>
                    <a:pt x="27813" y="130479"/>
                  </a:lnTo>
                  <a:lnTo>
                    <a:pt x="28651" y="142481"/>
                  </a:lnTo>
                  <a:lnTo>
                    <a:pt x="33934" y="153301"/>
                  </a:lnTo>
                  <a:lnTo>
                    <a:pt x="43281" y="161556"/>
                  </a:lnTo>
                  <a:lnTo>
                    <a:pt x="55105" y="165519"/>
                  </a:lnTo>
                  <a:lnTo>
                    <a:pt x="67119" y="164693"/>
                  </a:lnTo>
                  <a:lnTo>
                    <a:pt x="77939" y="159410"/>
                  </a:lnTo>
                  <a:lnTo>
                    <a:pt x="86194" y="150050"/>
                  </a:lnTo>
                  <a:lnTo>
                    <a:pt x="90170" y="138239"/>
                  </a:lnTo>
                  <a:close/>
                </a:path>
                <a:path w="474980" h="474980">
                  <a:moveTo>
                    <a:pt x="141947" y="237286"/>
                  </a:moveTo>
                  <a:lnTo>
                    <a:pt x="140106" y="228117"/>
                  </a:lnTo>
                  <a:lnTo>
                    <a:pt x="135051" y="220637"/>
                  </a:lnTo>
                  <a:lnTo>
                    <a:pt x="127571" y="215582"/>
                  </a:lnTo>
                  <a:lnTo>
                    <a:pt x="118402" y="213741"/>
                  </a:lnTo>
                  <a:lnTo>
                    <a:pt x="109232" y="215582"/>
                  </a:lnTo>
                  <a:lnTo>
                    <a:pt x="101752" y="220637"/>
                  </a:lnTo>
                  <a:lnTo>
                    <a:pt x="96697" y="228117"/>
                  </a:lnTo>
                  <a:lnTo>
                    <a:pt x="94856" y="237286"/>
                  </a:lnTo>
                  <a:lnTo>
                    <a:pt x="96697" y="246456"/>
                  </a:lnTo>
                  <a:lnTo>
                    <a:pt x="101752" y="253949"/>
                  </a:lnTo>
                  <a:lnTo>
                    <a:pt x="109232" y="258991"/>
                  </a:lnTo>
                  <a:lnTo>
                    <a:pt x="118402" y="260845"/>
                  </a:lnTo>
                  <a:lnTo>
                    <a:pt x="127571" y="258991"/>
                  </a:lnTo>
                  <a:lnTo>
                    <a:pt x="135051" y="253949"/>
                  </a:lnTo>
                  <a:lnTo>
                    <a:pt x="140106" y="246456"/>
                  </a:lnTo>
                  <a:lnTo>
                    <a:pt x="141947" y="237286"/>
                  </a:lnTo>
                  <a:close/>
                </a:path>
                <a:path w="474980" h="474980">
                  <a:moveTo>
                    <a:pt x="165519" y="419468"/>
                  </a:moveTo>
                  <a:lnTo>
                    <a:pt x="164680" y="407454"/>
                  </a:lnTo>
                  <a:lnTo>
                    <a:pt x="159397" y="396633"/>
                  </a:lnTo>
                  <a:lnTo>
                    <a:pt x="150050" y="388378"/>
                  </a:lnTo>
                  <a:lnTo>
                    <a:pt x="138226" y="384403"/>
                  </a:lnTo>
                  <a:lnTo>
                    <a:pt x="126212" y="385241"/>
                  </a:lnTo>
                  <a:lnTo>
                    <a:pt x="115392" y="390525"/>
                  </a:lnTo>
                  <a:lnTo>
                    <a:pt x="107149" y="399884"/>
                  </a:lnTo>
                  <a:lnTo>
                    <a:pt x="103174" y="411708"/>
                  </a:lnTo>
                  <a:lnTo>
                    <a:pt x="104013" y="423710"/>
                  </a:lnTo>
                  <a:lnTo>
                    <a:pt x="109296" y="434530"/>
                  </a:lnTo>
                  <a:lnTo>
                    <a:pt x="118643" y="442785"/>
                  </a:lnTo>
                  <a:lnTo>
                    <a:pt x="130467" y="446760"/>
                  </a:lnTo>
                  <a:lnTo>
                    <a:pt x="142481" y="445922"/>
                  </a:lnTo>
                  <a:lnTo>
                    <a:pt x="153301" y="440639"/>
                  </a:lnTo>
                  <a:lnTo>
                    <a:pt x="161544" y="431292"/>
                  </a:lnTo>
                  <a:lnTo>
                    <a:pt x="165519" y="419468"/>
                  </a:lnTo>
                  <a:close/>
                </a:path>
                <a:path w="474980" h="474980">
                  <a:moveTo>
                    <a:pt x="165519" y="55118"/>
                  </a:moveTo>
                  <a:lnTo>
                    <a:pt x="161544" y="43294"/>
                  </a:lnTo>
                  <a:lnTo>
                    <a:pt x="153301" y="33947"/>
                  </a:lnTo>
                  <a:lnTo>
                    <a:pt x="142481" y="28663"/>
                  </a:lnTo>
                  <a:lnTo>
                    <a:pt x="130467" y="27825"/>
                  </a:lnTo>
                  <a:lnTo>
                    <a:pt x="118643" y="31800"/>
                  </a:lnTo>
                  <a:lnTo>
                    <a:pt x="109296" y="40043"/>
                  </a:lnTo>
                  <a:lnTo>
                    <a:pt x="104013" y="50876"/>
                  </a:lnTo>
                  <a:lnTo>
                    <a:pt x="103174" y="62890"/>
                  </a:lnTo>
                  <a:lnTo>
                    <a:pt x="107149" y="74714"/>
                  </a:lnTo>
                  <a:lnTo>
                    <a:pt x="115404" y="84061"/>
                  </a:lnTo>
                  <a:lnTo>
                    <a:pt x="126212" y="89331"/>
                  </a:lnTo>
                  <a:lnTo>
                    <a:pt x="138226" y="90170"/>
                  </a:lnTo>
                  <a:lnTo>
                    <a:pt x="150050" y="86194"/>
                  </a:lnTo>
                  <a:lnTo>
                    <a:pt x="159410" y="77952"/>
                  </a:lnTo>
                  <a:lnTo>
                    <a:pt x="164680" y="67132"/>
                  </a:lnTo>
                  <a:lnTo>
                    <a:pt x="165519" y="55118"/>
                  </a:lnTo>
                  <a:close/>
                </a:path>
                <a:path w="474980" h="474980">
                  <a:moveTo>
                    <a:pt x="176771" y="321348"/>
                  </a:moveTo>
                  <a:lnTo>
                    <a:pt x="175056" y="312483"/>
                  </a:lnTo>
                  <a:lnTo>
                    <a:pt x="169875" y="304698"/>
                  </a:lnTo>
                  <a:lnTo>
                    <a:pt x="162077" y="299529"/>
                  </a:lnTo>
                  <a:lnTo>
                    <a:pt x="153225" y="297802"/>
                  </a:lnTo>
                  <a:lnTo>
                    <a:pt x="144360" y="299529"/>
                  </a:lnTo>
                  <a:lnTo>
                    <a:pt x="136563" y="304698"/>
                  </a:lnTo>
                  <a:lnTo>
                    <a:pt x="131394" y="312483"/>
                  </a:lnTo>
                  <a:lnTo>
                    <a:pt x="129667" y="321348"/>
                  </a:lnTo>
                  <a:lnTo>
                    <a:pt x="131394" y="330212"/>
                  </a:lnTo>
                  <a:lnTo>
                    <a:pt x="136563" y="338010"/>
                  </a:lnTo>
                  <a:lnTo>
                    <a:pt x="144360" y="343179"/>
                  </a:lnTo>
                  <a:lnTo>
                    <a:pt x="153225" y="344906"/>
                  </a:lnTo>
                  <a:lnTo>
                    <a:pt x="162077" y="343179"/>
                  </a:lnTo>
                  <a:lnTo>
                    <a:pt x="169875" y="338010"/>
                  </a:lnTo>
                  <a:lnTo>
                    <a:pt x="175056" y="330212"/>
                  </a:lnTo>
                  <a:lnTo>
                    <a:pt x="176771" y="321348"/>
                  </a:lnTo>
                  <a:close/>
                </a:path>
                <a:path w="474980" h="474980">
                  <a:moveTo>
                    <a:pt x="176784" y="153225"/>
                  </a:moveTo>
                  <a:lnTo>
                    <a:pt x="175056" y="144360"/>
                  </a:lnTo>
                  <a:lnTo>
                    <a:pt x="169875" y="136575"/>
                  </a:lnTo>
                  <a:lnTo>
                    <a:pt x="162090" y="131394"/>
                  </a:lnTo>
                  <a:lnTo>
                    <a:pt x="153225" y="129679"/>
                  </a:lnTo>
                  <a:lnTo>
                    <a:pt x="144360" y="131394"/>
                  </a:lnTo>
                  <a:lnTo>
                    <a:pt x="136575" y="136575"/>
                  </a:lnTo>
                  <a:lnTo>
                    <a:pt x="131394" y="144360"/>
                  </a:lnTo>
                  <a:lnTo>
                    <a:pt x="129667" y="153225"/>
                  </a:lnTo>
                  <a:lnTo>
                    <a:pt x="131394" y="162090"/>
                  </a:lnTo>
                  <a:lnTo>
                    <a:pt x="136575" y="169875"/>
                  </a:lnTo>
                  <a:lnTo>
                    <a:pt x="144360" y="175056"/>
                  </a:lnTo>
                  <a:lnTo>
                    <a:pt x="153225" y="176784"/>
                  </a:lnTo>
                  <a:lnTo>
                    <a:pt x="162090" y="175056"/>
                  </a:lnTo>
                  <a:lnTo>
                    <a:pt x="169875" y="169875"/>
                  </a:lnTo>
                  <a:lnTo>
                    <a:pt x="175056" y="162090"/>
                  </a:lnTo>
                  <a:lnTo>
                    <a:pt x="176784" y="153225"/>
                  </a:lnTo>
                  <a:close/>
                </a:path>
                <a:path w="474980" h="474980">
                  <a:moveTo>
                    <a:pt x="209016" y="261874"/>
                  </a:moveTo>
                  <a:lnTo>
                    <a:pt x="201853" y="249478"/>
                  </a:lnTo>
                  <a:lnTo>
                    <a:pt x="193941" y="247357"/>
                  </a:lnTo>
                  <a:lnTo>
                    <a:pt x="187744" y="250939"/>
                  </a:lnTo>
                  <a:lnTo>
                    <a:pt x="181546" y="254520"/>
                  </a:lnTo>
                  <a:lnTo>
                    <a:pt x="179412" y="262432"/>
                  </a:lnTo>
                  <a:lnTo>
                    <a:pt x="186575" y="274828"/>
                  </a:lnTo>
                  <a:lnTo>
                    <a:pt x="194500" y="276961"/>
                  </a:lnTo>
                  <a:lnTo>
                    <a:pt x="206895" y="269798"/>
                  </a:lnTo>
                  <a:lnTo>
                    <a:pt x="209016" y="261874"/>
                  </a:lnTo>
                  <a:close/>
                </a:path>
                <a:path w="474980" h="474980">
                  <a:moveTo>
                    <a:pt x="209016" y="212699"/>
                  </a:moveTo>
                  <a:lnTo>
                    <a:pt x="206895" y="204787"/>
                  </a:lnTo>
                  <a:lnTo>
                    <a:pt x="200698" y="201206"/>
                  </a:lnTo>
                  <a:lnTo>
                    <a:pt x="194500" y="197624"/>
                  </a:lnTo>
                  <a:lnTo>
                    <a:pt x="186575" y="199745"/>
                  </a:lnTo>
                  <a:lnTo>
                    <a:pt x="179425" y="212153"/>
                  </a:lnTo>
                  <a:lnTo>
                    <a:pt x="181546" y="220078"/>
                  </a:lnTo>
                  <a:lnTo>
                    <a:pt x="193941" y="227228"/>
                  </a:lnTo>
                  <a:lnTo>
                    <a:pt x="201853" y="225107"/>
                  </a:lnTo>
                  <a:lnTo>
                    <a:pt x="209016" y="212699"/>
                  </a:lnTo>
                  <a:close/>
                </a:path>
                <a:path w="474980" h="474980">
                  <a:moveTo>
                    <a:pt x="250240" y="279869"/>
                  </a:moveTo>
                  <a:lnTo>
                    <a:pt x="244449" y="274066"/>
                  </a:lnTo>
                  <a:lnTo>
                    <a:pt x="230136" y="274066"/>
                  </a:lnTo>
                  <a:lnTo>
                    <a:pt x="224332" y="279869"/>
                  </a:lnTo>
                  <a:lnTo>
                    <a:pt x="224332" y="287020"/>
                  </a:lnTo>
                  <a:lnTo>
                    <a:pt x="224332" y="294170"/>
                  </a:lnTo>
                  <a:lnTo>
                    <a:pt x="230136" y="299974"/>
                  </a:lnTo>
                  <a:lnTo>
                    <a:pt x="244449" y="299974"/>
                  </a:lnTo>
                  <a:lnTo>
                    <a:pt x="250240" y="294170"/>
                  </a:lnTo>
                  <a:lnTo>
                    <a:pt x="250240" y="279869"/>
                  </a:lnTo>
                  <a:close/>
                </a:path>
                <a:path w="474980" h="474980">
                  <a:moveTo>
                    <a:pt x="250240" y="180416"/>
                  </a:moveTo>
                  <a:lnTo>
                    <a:pt x="244436" y="174612"/>
                  </a:lnTo>
                  <a:lnTo>
                    <a:pt x="230124" y="174612"/>
                  </a:lnTo>
                  <a:lnTo>
                    <a:pt x="224332" y="180416"/>
                  </a:lnTo>
                  <a:lnTo>
                    <a:pt x="224332" y="194716"/>
                  </a:lnTo>
                  <a:lnTo>
                    <a:pt x="230124" y="200520"/>
                  </a:lnTo>
                  <a:lnTo>
                    <a:pt x="244436" y="200520"/>
                  </a:lnTo>
                  <a:lnTo>
                    <a:pt x="250240" y="194716"/>
                  </a:lnTo>
                  <a:lnTo>
                    <a:pt x="250240" y="187566"/>
                  </a:lnTo>
                  <a:lnTo>
                    <a:pt x="250240" y="180416"/>
                  </a:lnTo>
                  <a:close/>
                </a:path>
                <a:path w="474980" h="474980">
                  <a:moveTo>
                    <a:pt x="260832" y="356171"/>
                  </a:moveTo>
                  <a:lnTo>
                    <a:pt x="258991" y="347002"/>
                  </a:lnTo>
                  <a:lnTo>
                    <a:pt x="253936" y="339521"/>
                  </a:lnTo>
                  <a:lnTo>
                    <a:pt x="246456" y="334479"/>
                  </a:lnTo>
                  <a:lnTo>
                    <a:pt x="237274" y="332625"/>
                  </a:lnTo>
                  <a:lnTo>
                    <a:pt x="228117" y="334479"/>
                  </a:lnTo>
                  <a:lnTo>
                    <a:pt x="220624" y="339521"/>
                  </a:lnTo>
                  <a:lnTo>
                    <a:pt x="215582" y="347002"/>
                  </a:lnTo>
                  <a:lnTo>
                    <a:pt x="213728" y="356171"/>
                  </a:lnTo>
                  <a:lnTo>
                    <a:pt x="215582" y="365340"/>
                  </a:lnTo>
                  <a:lnTo>
                    <a:pt x="220624" y="372833"/>
                  </a:lnTo>
                  <a:lnTo>
                    <a:pt x="228117" y="377875"/>
                  </a:lnTo>
                  <a:lnTo>
                    <a:pt x="237274" y="379717"/>
                  </a:lnTo>
                  <a:lnTo>
                    <a:pt x="246456" y="377875"/>
                  </a:lnTo>
                  <a:lnTo>
                    <a:pt x="253936" y="372833"/>
                  </a:lnTo>
                  <a:lnTo>
                    <a:pt x="258991" y="365340"/>
                  </a:lnTo>
                  <a:lnTo>
                    <a:pt x="260832" y="356171"/>
                  </a:lnTo>
                  <a:close/>
                </a:path>
                <a:path w="474980" h="474980">
                  <a:moveTo>
                    <a:pt x="260845" y="118402"/>
                  </a:moveTo>
                  <a:lnTo>
                    <a:pt x="258991" y="109245"/>
                  </a:lnTo>
                  <a:lnTo>
                    <a:pt x="253936" y="101752"/>
                  </a:lnTo>
                  <a:lnTo>
                    <a:pt x="246456" y="96710"/>
                  </a:lnTo>
                  <a:lnTo>
                    <a:pt x="237286" y="94856"/>
                  </a:lnTo>
                  <a:lnTo>
                    <a:pt x="228117" y="96710"/>
                  </a:lnTo>
                  <a:lnTo>
                    <a:pt x="220637" y="101752"/>
                  </a:lnTo>
                  <a:lnTo>
                    <a:pt x="215582" y="109245"/>
                  </a:lnTo>
                  <a:lnTo>
                    <a:pt x="213728" y="118402"/>
                  </a:lnTo>
                  <a:lnTo>
                    <a:pt x="215582" y="127584"/>
                  </a:lnTo>
                  <a:lnTo>
                    <a:pt x="220637" y="135064"/>
                  </a:lnTo>
                  <a:lnTo>
                    <a:pt x="228117" y="140119"/>
                  </a:lnTo>
                  <a:lnTo>
                    <a:pt x="237286" y="141960"/>
                  </a:lnTo>
                  <a:lnTo>
                    <a:pt x="246456" y="140119"/>
                  </a:lnTo>
                  <a:lnTo>
                    <a:pt x="253936" y="135064"/>
                  </a:lnTo>
                  <a:lnTo>
                    <a:pt x="258991" y="127584"/>
                  </a:lnTo>
                  <a:lnTo>
                    <a:pt x="260845" y="118402"/>
                  </a:lnTo>
                  <a:close/>
                </a:path>
                <a:path w="474980" h="474980">
                  <a:moveTo>
                    <a:pt x="268693" y="443166"/>
                  </a:moveTo>
                  <a:lnTo>
                    <a:pt x="266230" y="430936"/>
                  </a:lnTo>
                  <a:lnTo>
                    <a:pt x="259499" y="420954"/>
                  </a:lnTo>
                  <a:lnTo>
                    <a:pt x="249516" y="414223"/>
                  </a:lnTo>
                  <a:lnTo>
                    <a:pt x="237286" y="411746"/>
                  </a:lnTo>
                  <a:lnTo>
                    <a:pt x="225069" y="414223"/>
                  </a:lnTo>
                  <a:lnTo>
                    <a:pt x="215074" y="420954"/>
                  </a:lnTo>
                  <a:lnTo>
                    <a:pt x="208343" y="430936"/>
                  </a:lnTo>
                  <a:lnTo>
                    <a:pt x="205879" y="443166"/>
                  </a:lnTo>
                  <a:lnTo>
                    <a:pt x="208343" y="455396"/>
                  </a:lnTo>
                  <a:lnTo>
                    <a:pt x="215074" y="465378"/>
                  </a:lnTo>
                  <a:lnTo>
                    <a:pt x="225069" y="472109"/>
                  </a:lnTo>
                  <a:lnTo>
                    <a:pt x="237286" y="474573"/>
                  </a:lnTo>
                  <a:lnTo>
                    <a:pt x="249516" y="472109"/>
                  </a:lnTo>
                  <a:lnTo>
                    <a:pt x="259499" y="465378"/>
                  </a:lnTo>
                  <a:lnTo>
                    <a:pt x="266230" y="455396"/>
                  </a:lnTo>
                  <a:lnTo>
                    <a:pt x="268693" y="443166"/>
                  </a:lnTo>
                  <a:close/>
                </a:path>
                <a:path w="474980" h="474980">
                  <a:moveTo>
                    <a:pt x="268693" y="31419"/>
                  </a:moveTo>
                  <a:lnTo>
                    <a:pt x="266230" y="19189"/>
                  </a:lnTo>
                  <a:lnTo>
                    <a:pt x="259486" y="9207"/>
                  </a:lnTo>
                  <a:lnTo>
                    <a:pt x="249504" y="2476"/>
                  </a:lnTo>
                  <a:lnTo>
                    <a:pt x="237274" y="0"/>
                  </a:lnTo>
                  <a:lnTo>
                    <a:pt x="225056" y="2476"/>
                  </a:lnTo>
                  <a:lnTo>
                    <a:pt x="215074" y="9207"/>
                  </a:lnTo>
                  <a:lnTo>
                    <a:pt x="208343" y="19189"/>
                  </a:lnTo>
                  <a:lnTo>
                    <a:pt x="205879" y="31419"/>
                  </a:lnTo>
                  <a:lnTo>
                    <a:pt x="208343" y="43649"/>
                  </a:lnTo>
                  <a:lnTo>
                    <a:pt x="215074" y="53632"/>
                  </a:lnTo>
                  <a:lnTo>
                    <a:pt x="225056" y="60363"/>
                  </a:lnTo>
                  <a:lnTo>
                    <a:pt x="237274" y="62826"/>
                  </a:lnTo>
                  <a:lnTo>
                    <a:pt x="249504" y="60363"/>
                  </a:lnTo>
                  <a:lnTo>
                    <a:pt x="259486" y="53632"/>
                  </a:lnTo>
                  <a:lnTo>
                    <a:pt x="266230" y="43649"/>
                  </a:lnTo>
                  <a:lnTo>
                    <a:pt x="268693" y="31419"/>
                  </a:lnTo>
                  <a:close/>
                </a:path>
                <a:path w="474980" h="474980">
                  <a:moveTo>
                    <a:pt x="295148" y="262432"/>
                  </a:moveTo>
                  <a:lnTo>
                    <a:pt x="293027" y="254508"/>
                  </a:lnTo>
                  <a:lnTo>
                    <a:pt x="280631" y="247357"/>
                  </a:lnTo>
                  <a:lnTo>
                    <a:pt x="272707" y="249478"/>
                  </a:lnTo>
                  <a:lnTo>
                    <a:pt x="265544" y="261874"/>
                  </a:lnTo>
                  <a:lnTo>
                    <a:pt x="267677" y="269798"/>
                  </a:lnTo>
                  <a:lnTo>
                    <a:pt x="273875" y="273380"/>
                  </a:lnTo>
                  <a:lnTo>
                    <a:pt x="280073" y="276961"/>
                  </a:lnTo>
                  <a:lnTo>
                    <a:pt x="287985" y="274828"/>
                  </a:lnTo>
                  <a:lnTo>
                    <a:pt x="295148" y="262432"/>
                  </a:lnTo>
                  <a:close/>
                </a:path>
                <a:path w="474980" h="474980">
                  <a:moveTo>
                    <a:pt x="295148" y="212153"/>
                  </a:moveTo>
                  <a:lnTo>
                    <a:pt x="287985" y="199758"/>
                  </a:lnTo>
                  <a:lnTo>
                    <a:pt x="280073" y="197624"/>
                  </a:lnTo>
                  <a:lnTo>
                    <a:pt x="267677" y="204774"/>
                  </a:lnTo>
                  <a:lnTo>
                    <a:pt x="265557" y="212699"/>
                  </a:lnTo>
                  <a:lnTo>
                    <a:pt x="272707" y="225107"/>
                  </a:lnTo>
                  <a:lnTo>
                    <a:pt x="280631" y="227228"/>
                  </a:lnTo>
                  <a:lnTo>
                    <a:pt x="286829" y="223647"/>
                  </a:lnTo>
                  <a:lnTo>
                    <a:pt x="293027" y="220065"/>
                  </a:lnTo>
                  <a:lnTo>
                    <a:pt x="295148" y="212153"/>
                  </a:lnTo>
                  <a:close/>
                </a:path>
                <a:path w="474980" h="474980">
                  <a:moveTo>
                    <a:pt x="344893" y="153225"/>
                  </a:moveTo>
                  <a:lnTo>
                    <a:pt x="343179" y="144360"/>
                  </a:lnTo>
                  <a:lnTo>
                    <a:pt x="338010" y="136575"/>
                  </a:lnTo>
                  <a:lnTo>
                    <a:pt x="330212" y="131394"/>
                  </a:lnTo>
                  <a:lnTo>
                    <a:pt x="321348" y="129667"/>
                  </a:lnTo>
                  <a:lnTo>
                    <a:pt x="312483" y="131394"/>
                  </a:lnTo>
                  <a:lnTo>
                    <a:pt x="304698" y="136575"/>
                  </a:lnTo>
                  <a:lnTo>
                    <a:pt x="299516" y="144360"/>
                  </a:lnTo>
                  <a:lnTo>
                    <a:pt x="297789" y="153225"/>
                  </a:lnTo>
                  <a:lnTo>
                    <a:pt x="299516" y="162090"/>
                  </a:lnTo>
                  <a:lnTo>
                    <a:pt x="304698" y="169887"/>
                  </a:lnTo>
                  <a:lnTo>
                    <a:pt x="312483" y="175056"/>
                  </a:lnTo>
                  <a:lnTo>
                    <a:pt x="321348" y="176784"/>
                  </a:lnTo>
                  <a:lnTo>
                    <a:pt x="330212" y="175056"/>
                  </a:lnTo>
                  <a:lnTo>
                    <a:pt x="338010" y="169887"/>
                  </a:lnTo>
                  <a:lnTo>
                    <a:pt x="343179" y="162090"/>
                  </a:lnTo>
                  <a:lnTo>
                    <a:pt x="344893" y="153225"/>
                  </a:lnTo>
                  <a:close/>
                </a:path>
                <a:path w="474980" h="474980">
                  <a:moveTo>
                    <a:pt x="344906" y="321348"/>
                  </a:moveTo>
                  <a:lnTo>
                    <a:pt x="343179" y="312496"/>
                  </a:lnTo>
                  <a:lnTo>
                    <a:pt x="337997" y="304698"/>
                  </a:lnTo>
                  <a:lnTo>
                    <a:pt x="330212" y="299529"/>
                  </a:lnTo>
                  <a:lnTo>
                    <a:pt x="321348" y="297802"/>
                  </a:lnTo>
                  <a:lnTo>
                    <a:pt x="312483" y="299529"/>
                  </a:lnTo>
                  <a:lnTo>
                    <a:pt x="304698" y="304698"/>
                  </a:lnTo>
                  <a:lnTo>
                    <a:pt x="299516" y="312496"/>
                  </a:lnTo>
                  <a:lnTo>
                    <a:pt x="297802" y="321348"/>
                  </a:lnTo>
                  <a:lnTo>
                    <a:pt x="299516" y="330212"/>
                  </a:lnTo>
                  <a:lnTo>
                    <a:pt x="304698" y="338010"/>
                  </a:lnTo>
                  <a:lnTo>
                    <a:pt x="312483" y="343179"/>
                  </a:lnTo>
                  <a:lnTo>
                    <a:pt x="321348" y="344906"/>
                  </a:lnTo>
                  <a:lnTo>
                    <a:pt x="330212" y="343179"/>
                  </a:lnTo>
                  <a:lnTo>
                    <a:pt x="337997" y="338010"/>
                  </a:lnTo>
                  <a:lnTo>
                    <a:pt x="343179" y="330212"/>
                  </a:lnTo>
                  <a:lnTo>
                    <a:pt x="344906" y="321348"/>
                  </a:lnTo>
                  <a:close/>
                </a:path>
                <a:path w="474980" h="474980">
                  <a:moveTo>
                    <a:pt x="371398" y="411695"/>
                  </a:moveTo>
                  <a:lnTo>
                    <a:pt x="367423" y="399872"/>
                  </a:lnTo>
                  <a:lnTo>
                    <a:pt x="359168" y="390525"/>
                  </a:lnTo>
                  <a:lnTo>
                    <a:pt x="348348" y="385241"/>
                  </a:lnTo>
                  <a:lnTo>
                    <a:pt x="336346" y="384403"/>
                  </a:lnTo>
                  <a:lnTo>
                    <a:pt x="324523" y="388391"/>
                  </a:lnTo>
                  <a:lnTo>
                    <a:pt x="315163" y="396633"/>
                  </a:lnTo>
                  <a:lnTo>
                    <a:pt x="309880" y="407454"/>
                  </a:lnTo>
                  <a:lnTo>
                    <a:pt x="309054" y="419468"/>
                  </a:lnTo>
                  <a:lnTo>
                    <a:pt x="313016" y="431292"/>
                  </a:lnTo>
                  <a:lnTo>
                    <a:pt x="321271" y="440639"/>
                  </a:lnTo>
                  <a:lnTo>
                    <a:pt x="332092" y="445922"/>
                  </a:lnTo>
                  <a:lnTo>
                    <a:pt x="344106" y="446760"/>
                  </a:lnTo>
                  <a:lnTo>
                    <a:pt x="355917" y="442785"/>
                  </a:lnTo>
                  <a:lnTo>
                    <a:pt x="365277" y="434530"/>
                  </a:lnTo>
                  <a:lnTo>
                    <a:pt x="370560" y="423710"/>
                  </a:lnTo>
                  <a:lnTo>
                    <a:pt x="371398" y="411695"/>
                  </a:lnTo>
                  <a:close/>
                </a:path>
                <a:path w="474980" h="474980">
                  <a:moveTo>
                    <a:pt x="371398" y="62877"/>
                  </a:moveTo>
                  <a:lnTo>
                    <a:pt x="370560" y="50863"/>
                  </a:lnTo>
                  <a:lnTo>
                    <a:pt x="365277" y="40055"/>
                  </a:lnTo>
                  <a:lnTo>
                    <a:pt x="355930" y="31800"/>
                  </a:lnTo>
                  <a:lnTo>
                    <a:pt x="344106" y="27825"/>
                  </a:lnTo>
                  <a:lnTo>
                    <a:pt x="332092" y="28663"/>
                  </a:lnTo>
                  <a:lnTo>
                    <a:pt x="321271" y="33934"/>
                  </a:lnTo>
                  <a:lnTo>
                    <a:pt x="313029" y="43294"/>
                  </a:lnTo>
                  <a:lnTo>
                    <a:pt x="309054" y="55118"/>
                  </a:lnTo>
                  <a:lnTo>
                    <a:pt x="309892" y="67132"/>
                  </a:lnTo>
                  <a:lnTo>
                    <a:pt x="315163" y="77952"/>
                  </a:lnTo>
                  <a:lnTo>
                    <a:pt x="324523" y="86194"/>
                  </a:lnTo>
                  <a:lnTo>
                    <a:pt x="336346" y="90170"/>
                  </a:lnTo>
                  <a:lnTo>
                    <a:pt x="348348" y="89331"/>
                  </a:lnTo>
                  <a:lnTo>
                    <a:pt x="359168" y="84061"/>
                  </a:lnTo>
                  <a:lnTo>
                    <a:pt x="367423" y="74701"/>
                  </a:lnTo>
                  <a:lnTo>
                    <a:pt x="371398" y="62877"/>
                  </a:lnTo>
                  <a:close/>
                </a:path>
                <a:path w="474980" h="474980">
                  <a:moveTo>
                    <a:pt x="379717" y="237286"/>
                  </a:moveTo>
                  <a:lnTo>
                    <a:pt x="377863" y="228117"/>
                  </a:lnTo>
                  <a:lnTo>
                    <a:pt x="372821" y="220637"/>
                  </a:lnTo>
                  <a:lnTo>
                    <a:pt x="365340" y="215582"/>
                  </a:lnTo>
                  <a:lnTo>
                    <a:pt x="356171" y="213741"/>
                  </a:lnTo>
                  <a:lnTo>
                    <a:pt x="347002" y="215582"/>
                  </a:lnTo>
                  <a:lnTo>
                    <a:pt x="339509" y="220637"/>
                  </a:lnTo>
                  <a:lnTo>
                    <a:pt x="334467" y="228117"/>
                  </a:lnTo>
                  <a:lnTo>
                    <a:pt x="332625" y="237286"/>
                  </a:lnTo>
                  <a:lnTo>
                    <a:pt x="334467" y="246456"/>
                  </a:lnTo>
                  <a:lnTo>
                    <a:pt x="339509" y="253949"/>
                  </a:lnTo>
                  <a:lnTo>
                    <a:pt x="347002" y="258991"/>
                  </a:lnTo>
                  <a:lnTo>
                    <a:pt x="356171" y="260845"/>
                  </a:lnTo>
                  <a:lnTo>
                    <a:pt x="365340" y="258991"/>
                  </a:lnTo>
                  <a:lnTo>
                    <a:pt x="372821" y="253949"/>
                  </a:lnTo>
                  <a:lnTo>
                    <a:pt x="377863" y="246456"/>
                  </a:lnTo>
                  <a:lnTo>
                    <a:pt x="379717" y="237286"/>
                  </a:lnTo>
                  <a:close/>
                </a:path>
                <a:path w="474980" h="474980">
                  <a:moveTo>
                    <a:pt x="446747" y="344106"/>
                  </a:moveTo>
                  <a:lnTo>
                    <a:pt x="445909" y="332092"/>
                  </a:lnTo>
                  <a:lnTo>
                    <a:pt x="440639" y="321284"/>
                  </a:lnTo>
                  <a:lnTo>
                    <a:pt x="431292" y="313029"/>
                  </a:lnTo>
                  <a:lnTo>
                    <a:pt x="419468" y="309054"/>
                  </a:lnTo>
                  <a:lnTo>
                    <a:pt x="407454" y="309892"/>
                  </a:lnTo>
                  <a:lnTo>
                    <a:pt x="396621" y="315175"/>
                  </a:lnTo>
                  <a:lnTo>
                    <a:pt x="388378" y="324523"/>
                  </a:lnTo>
                  <a:lnTo>
                    <a:pt x="384403" y="336346"/>
                  </a:lnTo>
                  <a:lnTo>
                    <a:pt x="385241" y="348361"/>
                  </a:lnTo>
                  <a:lnTo>
                    <a:pt x="390525" y="359181"/>
                  </a:lnTo>
                  <a:lnTo>
                    <a:pt x="399872" y="367423"/>
                  </a:lnTo>
                  <a:lnTo>
                    <a:pt x="411695" y="371398"/>
                  </a:lnTo>
                  <a:lnTo>
                    <a:pt x="423710" y="370560"/>
                  </a:lnTo>
                  <a:lnTo>
                    <a:pt x="434530" y="365290"/>
                  </a:lnTo>
                  <a:lnTo>
                    <a:pt x="442772" y="355930"/>
                  </a:lnTo>
                  <a:lnTo>
                    <a:pt x="446747" y="344106"/>
                  </a:lnTo>
                  <a:close/>
                </a:path>
                <a:path w="474980" h="474980">
                  <a:moveTo>
                    <a:pt x="446747" y="130467"/>
                  </a:moveTo>
                  <a:lnTo>
                    <a:pt x="442772" y="118656"/>
                  </a:lnTo>
                  <a:lnTo>
                    <a:pt x="434530" y="109296"/>
                  </a:lnTo>
                  <a:lnTo>
                    <a:pt x="423710" y="104025"/>
                  </a:lnTo>
                  <a:lnTo>
                    <a:pt x="411695" y="103187"/>
                  </a:lnTo>
                  <a:lnTo>
                    <a:pt x="399872" y="107162"/>
                  </a:lnTo>
                  <a:lnTo>
                    <a:pt x="390525" y="115404"/>
                  </a:lnTo>
                  <a:lnTo>
                    <a:pt x="385241" y="126225"/>
                  </a:lnTo>
                  <a:lnTo>
                    <a:pt x="384403" y="138239"/>
                  </a:lnTo>
                  <a:lnTo>
                    <a:pt x="388378" y="150050"/>
                  </a:lnTo>
                  <a:lnTo>
                    <a:pt x="396633" y="159410"/>
                  </a:lnTo>
                  <a:lnTo>
                    <a:pt x="407454" y="164693"/>
                  </a:lnTo>
                  <a:lnTo>
                    <a:pt x="419455" y="165531"/>
                  </a:lnTo>
                  <a:lnTo>
                    <a:pt x="431279" y="161556"/>
                  </a:lnTo>
                  <a:lnTo>
                    <a:pt x="440639" y="153301"/>
                  </a:lnTo>
                  <a:lnTo>
                    <a:pt x="445909" y="142481"/>
                  </a:lnTo>
                  <a:lnTo>
                    <a:pt x="446747" y="130467"/>
                  </a:lnTo>
                  <a:close/>
                </a:path>
                <a:path w="474980" h="474980">
                  <a:moveTo>
                    <a:pt x="474573" y="237286"/>
                  </a:moveTo>
                  <a:lnTo>
                    <a:pt x="472109" y="225069"/>
                  </a:lnTo>
                  <a:lnTo>
                    <a:pt x="465366" y="215087"/>
                  </a:lnTo>
                  <a:lnTo>
                    <a:pt x="455383" y="208356"/>
                  </a:lnTo>
                  <a:lnTo>
                    <a:pt x="443153" y="205879"/>
                  </a:lnTo>
                  <a:lnTo>
                    <a:pt x="430936" y="208356"/>
                  </a:lnTo>
                  <a:lnTo>
                    <a:pt x="420941" y="215087"/>
                  </a:lnTo>
                  <a:lnTo>
                    <a:pt x="414210" y="225069"/>
                  </a:lnTo>
                  <a:lnTo>
                    <a:pt x="411746" y="237286"/>
                  </a:lnTo>
                  <a:lnTo>
                    <a:pt x="414210" y="249516"/>
                  </a:lnTo>
                  <a:lnTo>
                    <a:pt x="420941" y="259499"/>
                  </a:lnTo>
                  <a:lnTo>
                    <a:pt x="430936" y="266230"/>
                  </a:lnTo>
                  <a:lnTo>
                    <a:pt x="443153" y="268693"/>
                  </a:lnTo>
                  <a:lnTo>
                    <a:pt x="455383" y="266230"/>
                  </a:lnTo>
                  <a:lnTo>
                    <a:pt x="465366" y="259499"/>
                  </a:lnTo>
                  <a:lnTo>
                    <a:pt x="472109" y="249516"/>
                  </a:lnTo>
                  <a:lnTo>
                    <a:pt x="474573" y="23728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48D2BD-D77D-EB95-A3BD-E8EACBE11735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6B137A-A3B9-10EC-BDFC-F457D1BE89BC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B0A5771-3B2C-E16E-54E8-2560C21CFB6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6220687-5C92-6FEA-A66B-D21487EA1EC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F08858-14F0-2ED0-FE94-5D1148037BAD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C41A12C-F34B-72EB-2013-599B949D191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D93C8E5-0A09-9DE8-137C-E66BF4F4295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object 3">
            <a:extLst>
              <a:ext uri="{FF2B5EF4-FFF2-40B4-BE49-F238E27FC236}">
                <a16:creationId xmlns:a16="http://schemas.microsoft.com/office/drawing/2014/main" id="{AB9422F4-0321-8ECA-0D22-010A3CA0EA8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EFCDD42-353B-AEC3-8938-F3078F9E25B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2195" y="6226475"/>
            <a:ext cx="11327045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bg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28039737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59" y="1763713"/>
            <a:ext cx="5472000" cy="4329112"/>
          </a:xfrm>
          <a:prstGeom prst="roundRect">
            <a:avLst>
              <a:gd name="adj" fmla="val 2948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81394" y="1763713"/>
            <a:ext cx="5472000" cy="4329112"/>
          </a:xfrm>
          <a:prstGeom prst="roundRect">
            <a:avLst>
              <a:gd name="adj" fmla="val 2948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buSzPct val="120000"/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 algn="ctr">
              <a:buSzPct val="130000"/>
              <a:buFont typeface="Wingdings" panose="05000000000000000000" pitchFamily="2" charset="2"/>
              <a:buChar char=""/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A0C58-032A-7969-BB75-BF5E019A1BB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7794406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1763713"/>
            <a:ext cx="3603951" cy="4329112"/>
          </a:xfrm>
          <a:prstGeom prst="roundRect">
            <a:avLst>
              <a:gd name="adj" fmla="val 2997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5C5BE2-57B5-23E6-6993-424A270A025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98711" y="1763713"/>
            <a:ext cx="3603951" cy="4329112"/>
          </a:xfrm>
          <a:prstGeom prst="roundRect">
            <a:avLst>
              <a:gd name="adj" fmla="val 2997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645987-F1E1-FFB1-1261-05C45635E9C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54662" y="1763713"/>
            <a:ext cx="3603951" cy="4329112"/>
          </a:xfrm>
          <a:prstGeom prst="roundRect">
            <a:avLst>
              <a:gd name="adj" fmla="val 2997"/>
            </a:avLst>
          </a:prstGeom>
          <a:solidFill>
            <a:schemeClr val="accent4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554636-0663-6A92-BC1D-E8CC78B2C19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1576220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6047-A25C-7D70-1F8B-67AEFAF6A4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1763713"/>
            <a:ext cx="5567927" cy="2065562"/>
          </a:xfrm>
          <a:prstGeom prst="roundRect">
            <a:avLst>
              <a:gd name="adj" fmla="val 4820"/>
            </a:avLst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0916EF3-F32B-36D6-870D-105D25A4893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90687" y="1763713"/>
            <a:ext cx="5567927" cy="2065562"/>
          </a:xfrm>
          <a:prstGeom prst="roundRect">
            <a:avLst>
              <a:gd name="adj" fmla="val 4820"/>
            </a:avLst>
          </a:prstGeom>
          <a:solidFill>
            <a:schemeClr val="accent4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B66A822-F2EE-A387-37D3-4DEA44253A69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2760" y="3974360"/>
            <a:ext cx="5567927" cy="2065562"/>
          </a:xfrm>
          <a:prstGeom prst="roundRect">
            <a:avLst>
              <a:gd name="adj" fmla="val 4820"/>
            </a:avLst>
          </a:prstGeom>
          <a:solidFill>
            <a:schemeClr val="accent5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46D81F-3D77-5E1E-E8C0-7DF536F50CD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0687" y="3974360"/>
            <a:ext cx="5567927" cy="2065562"/>
          </a:xfrm>
          <a:prstGeom prst="roundRect">
            <a:avLst>
              <a:gd name="adj" fmla="val 4820"/>
            </a:avLst>
          </a:prstGeom>
          <a:solidFill>
            <a:schemeClr val="accent3"/>
          </a:solidFill>
        </p:spPr>
        <p:txBody>
          <a:bodyPr lIns="360000" tIns="360000" rIns="360000" bIns="360000" anchor="ctr"/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22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3"/>
            <a:r>
              <a:rPr lang="en-US" dirty="0"/>
              <a:t>Intro text 26pt </a:t>
            </a:r>
          </a:p>
          <a:p>
            <a:pPr lvl="4"/>
            <a:r>
              <a:rPr lang="en-US" dirty="0"/>
              <a:t>Bold Copy 15pt</a:t>
            </a:r>
          </a:p>
          <a:p>
            <a:pPr lvl="5"/>
            <a:r>
              <a:rPr lang="en-US" dirty="0"/>
              <a:t>Nested Bullet 15ptpt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657FC-3E5E-B57F-E0EF-3F539CE4D74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20730461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B55CEC-C705-64BD-19ED-92185284C3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4459848"/>
            <a:ext cx="4591203" cy="1331912"/>
          </a:xfrm>
          <a:prstGeom prst="rect">
            <a:avLst/>
          </a:prstGeom>
          <a:noFill/>
        </p:spPr>
        <p:txBody>
          <a:bodyPr wrap="square" lIns="360000" tIns="360000" rIns="360000" bIns="360000" anchor="ctr">
            <a:noAutofit/>
          </a:bodyPr>
          <a:lstStyle>
            <a:lvl1pPr algn="ctr">
              <a:defRPr>
                <a:latin typeface="+mn-lt"/>
              </a:defRPr>
            </a:lvl1pPr>
            <a:lvl2pPr algn="ctr">
              <a:defRPr>
                <a:latin typeface="+mn-lt"/>
              </a:defRPr>
            </a:lvl2pPr>
            <a:lvl3pPr algn="ctr">
              <a:defRPr b="1">
                <a:latin typeface="+mn-lt"/>
              </a:defRPr>
            </a:lvl3pPr>
            <a:lvl4pPr algn="ctr">
              <a:defRPr>
                <a:latin typeface="+mn-lt"/>
              </a:defRPr>
            </a:lvl4pPr>
            <a:lvl5pPr algn="ctr"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algn="ctr">
              <a:defRPr sz="1500"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77757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F131363-B243-5336-A49C-AF246E14DB2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683437" y="1984313"/>
            <a:ext cx="2109849" cy="210985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6F56996-6BA2-81A1-4733-F1F3E5CC540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250730" y="1763713"/>
            <a:ext cx="6498512" cy="4028047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61BFE-9A3D-D260-691F-1D574AF3E70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722574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73980" y="2762250"/>
            <a:ext cx="5040000" cy="29972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Body Copy 15pt</a:t>
            </a:r>
          </a:p>
          <a:p>
            <a:pPr lvl="1"/>
            <a:r>
              <a:rPr lang="en-US" dirty="0"/>
              <a:t>Bullet 15pt</a:t>
            </a:r>
          </a:p>
          <a:p>
            <a:pPr lvl="2"/>
            <a:r>
              <a:rPr lang="en-US" dirty="0"/>
              <a:t>Subheading 17pt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73980" y="1153525"/>
            <a:ext cx="5040000" cy="465103"/>
          </a:xfrm>
        </p:spPr>
        <p:txBody>
          <a:bodyPr/>
          <a:lstStyle>
            <a:lvl1pPr>
              <a:defRPr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latin typeface="+mn-lt"/>
              </a:defRPr>
            </a:lvl2pPr>
            <a:lvl3pPr>
              <a:defRPr sz="2200" b="0">
                <a:latin typeface="+mn-lt"/>
                <a:cs typeface="UKCEH Suisse Semibold" panose="020B0704000000000000" pitchFamily="34" charset="-78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/>
            </a:lvl6pPr>
          </a:lstStyle>
          <a:p>
            <a:pPr lvl="0"/>
            <a:r>
              <a:rPr lang="en-US" dirty="0"/>
              <a:t>Subheading 17pt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453A234-6964-4519-60B5-0E3D491246E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527726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py + Chart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996876B-8780-17E3-0308-C75C806CE8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4443128 w 12192000"/>
              <a:gd name="csY0" fmla="*/ 782150 h 6858000"/>
              <a:gd name="csX1" fmla="*/ 4332287 w 12192000"/>
              <a:gd name="csY1" fmla="*/ 892991 h 6858000"/>
              <a:gd name="csX2" fmla="*/ 4332287 w 12192000"/>
              <a:gd name="csY2" fmla="*/ 6450296 h 6858000"/>
              <a:gd name="csX3" fmla="*/ 4443128 w 12192000"/>
              <a:gd name="csY3" fmla="*/ 6561137 h 6858000"/>
              <a:gd name="csX4" fmla="*/ 11781121 w 12192000"/>
              <a:gd name="csY4" fmla="*/ 6561137 h 6858000"/>
              <a:gd name="csX5" fmla="*/ 11891962 w 12192000"/>
              <a:gd name="csY5" fmla="*/ 6450296 h 6858000"/>
              <a:gd name="csX6" fmla="*/ 11891962 w 12192000"/>
              <a:gd name="csY6" fmla="*/ 892991 h 6858000"/>
              <a:gd name="csX7" fmla="*/ 11781121 w 12192000"/>
              <a:gd name="csY7" fmla="*/ 782150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4443128" y="782150"/>
                </a:moveTo>
                <a:cubicBezTo>
                  <a:pt x="4381912" y="782150"/>
                  <a:pt x="4332287" y="831775"/>
                  <a:pt x="4332287" y="892991"/>
                </a:cubicBezTo>
                <a:lnTo>
                  <a:pt x="4332287" y="6450296"/>
                </a:lnTo>
                <a:cubicBezTo>
                  <a:pt x="4332287" y="6511512"/>
                  <a:pt x="4381912" y="6561137"/>
                  <a:pt x="4443128" y="6561137"/>
                </a:cubicBezTo>
                <a:lnTo>
                  <a:pt x="11781121" y="6561137"/>
                </a:lnTo>
                <a:cubicBezTo>
                  <a:pt x="11842337" y="6561137"/>
                  <a:pt x="11891962" y="6511512"/>
                  <a:pt x="11891962" y="6450296"/>
                </a:cubicBezTo>
                <a:lnTo>
                  <a:pt x="11891962" y="892991"/>
                </a:lnTo>
                <a:cubicBezTo>
                  <a:pt x="11891962" y="831775"/>
                  <a:pt x="11842337" y="782150"/>
                  <a:pt x="11781121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0" y="1153525"/>
            <a:ext cx="3529166" cy="465103"/>
          </a:xfrm>
        </p:spPr>
        <p:txBody>
          <a:bodyPr/>
          <a:lstStyle>
            <a:lvl1pPr>
              <a:defRPr sz="32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3529166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679951" y="2095500"/>
            <a:ext cx="6724650" cy="36639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679950" y="1153525"/>
            <a:ext cx="672465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45F9-0E47-5AD3-7D09-78C317E628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0" y="2095500"/>
            <a:ext cx="3529166" cy="366395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15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C0B12A-829E-DCC6-5EDF-96C3D6461A49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CD38FF-6A88-F0C3-7AAB-743F765988CE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C91007F-1B66-BF9B-46C2-CE94DBF659A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2CE5E4-780C-3A4B-D890-037155C3F47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2FCDEC-00EE-F122-23F8-280B11FA64CB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2F9D36-AF5A-BEA4-C007-6AAF3914BB4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B151F6A-F227-4E6E-77D7-0BF2AAE543F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object 3">
            <a:extLst>
              <a:ext uri="{FF2B5EF4-FFF2-40B4-BE49-F238E27FC236}">
                <a16:creationId xmlns:a16="http://schemas.microsoft.com/office/drawing/2014/main" id="{7E7F73EB-0437-6B0A-FDE4-C3919465699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6386E776-22C5-7B20-519A-18FEEEEAFD6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442C297F-BB52-0230-35F2-7933423C4B91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32C64-0521-2434-BC38-1082516759A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79950" y="6089951"/>
            <a:ext cx="7069290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1152153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hart Comparison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A1225B4-9AFE-C765-9443-404DA18886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299285 w 12192000"/>
              <a:gd name="csY8" fmla="*/ 782150 h 6858000"/>
              <a:gd name="csX9" fmla="*/ 6189920 w 12192000"/>
              <a:gd name="csY9" fmla="*/ 891515 h 6858000"/>
              <a:gd name="csX10" fmla="*/ 6189920 w 12192000"/>
              <a:gd name="csY10" fmla="*/ 6451772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0 w 12192000"/>
              <a:gd name="csY16" fmla="*/ 0 h 6858000"/>
              <a:gd name="csX17" fmla="*/ 12192000 w 12192000"/>
              <a:gd name="csY17" fmla="*/ 0 h 6858000"/>
              <a:gd name="csX18" fmla="*/ 12192000 w 12192000"/>
              <a:gd name="csY18" fmla="*/ 6858000 h 6858000"/>
              <a:gd name="csX19" fmla="*/ 0 w 12192000"/>
              <a:gd name="csY1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299285" y="782150"/>
                </a:moveTo>
                <a:cubicBezTo>
                  <a:pt x="6238884" y="782150"/>
                  <a:pt x="6189920" y="831114"/>
                  <a:pt x="6189920" y="891515"/>
                </a:cubicBezTo>
                <a:lnTo>
                  <a:pt x="6189920" y="6451772"/>
                </a:lnTo>
                <a:cubicBezTo>
                  <a:pt x="6189920" y="6512173"/>
                  <a:pt x="6238884" y="6561137"/>
                  <a:pt x="6299285" y="6561137"/>
                </a:cubicBez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8299F-10C0-3D54-F5EA-775E5DDC85E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F13B41-F28A-250E-CF8F-CD5602034D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0BE7B-A022-929F-7620-760547156F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20941" y="1096964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4B99C-CE4F-D577-D32F-BA7C717E641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2195" y="6089951"/>
            <a:ext cx="5241671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AE7594A-F452-D468-CE3E-FDF0E5F7BF2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528136" y="6089951"/>
            <a:ext cx="5241671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61965093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A1225B4-9AFE-C765-9443-404DA18886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299285 w 12192000"/>
              <a:gd name="csY8" fmla="*/ 782150 h 6858000"/>
              <a:gd name="csX9" fmla="*/ 6189920 w 12192000"/>
              <a:gd name="csY9" fmla="*/ 891515 h 6858000"/>
              <a:gd name="csX10" fmla="*/ 6189920 w 12192000"/>
              <a:gd name="csY10" fmla="*/ 6451772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0 w 12192000"/>
              <a:gd name="csY16" fmla="*/ 0 h 6858000"/>
              <a:gd name="csX17" fmla="*/ 12192000 w 12192000"/>
              <a:gd name="csY17" fmla="*/ 0 h 6858000"/>
              <a:gd name="csX18" fmla="*/ 12192000 w 12192000"/>
              <a:gd name="csY18" fmla="*/ 6858000 h 6858000"/>
              <a:gd name="csX19" fmla="*/ 0 w 12192000"/>
              <a:gd name="csY19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299285" y="782150"/>
                </a:moveTo>
                <a:cubicBezTo>
                  <a:pt x="6238884" y="782150"/>
                  <a:pt x="6189920" y="831114"/>
                  <a:pt x="6189920" y="891515"/>
                </a:cubicBezTo>
                <a:lnTo>
                  <a:pt x="6189920" y="6451772"/>
                </a:lnTo>
                <a:cubicBezTo>
                  <a:pt x="6189920" y="6512173"/>
                  <a:pt x="6238884" y="6561137"/>
                  <a:pt x="6299285" y="6561137"/>
                </a:cubicBez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FDD02B-0F00-0863-3AD3-4F2B71200ED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520941" y="2095501"/>
            <a:ext cx="5040000" cy="299878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0BE7B-A022-929F-7620-760547156F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20941" y="1096964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36FD3BE-0773-0CE4-7595-73AE2CE7DB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782150"/>
            <a:ext cx="5732107" cy="5778986"/>
          </a:xfrm>
          <a:custGeom>
            <a:avLst/>
            <a:gdLst>
              <a:gd name="csX0" fmla="*/ 109942 w 5732107"/>
              <a:gd name="csY0" fmla="*/ 0 h 5778986"/>
              <a:gd name="csX1" fmla="*/ 5622165 w 5732107"/>
              <a:gd name="csY1" fmla="*/ 0 h 5778986"/>
              <a:gd name="csX2" fmla="*/ 5732107 w 5732107"/>
              <a:gd name="csY2" fmla="*/ 109942 h 5778986"/>
              <a:gd name="csX3" fmla="*/ 5732107 w 5732107"/>
              <a:gd name="csY3" fmla="*/ 5669044 h 5778986"/>
              <a:gd name="csX4" fmla="*/ 5622165 w 5732107"/>
              <a:gd name="csY4" fmla="*/ 5778986 h 5778986"/>
              <a:gd name="csX5" fmla="*/ 109942 w 5732107"/>
              <a:gd name="csY5" fmla="*/ 5778986 h 5778986"/>
              <a:gd name="csX6" fmla="*/ 0 w 5732107"/>
              <a:gd name="csY6" fmla="*/ 5669044 h 5778986"/>
              <a:gd name="csX7" fmla="*/ 0 w 5732107"/>
              <a:gd name="csY7" fmla="*/ 109942 h 5778986"/>
              <a:gd name="csX8" fmla="*/ 109942 w 5732107"/>
              <a:gd name="csY8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732107" h="5778986">
                <a:moveTo>
                  <a:pt x="109942" y="0"/>
                </a:moveTo>
                <a:lnTo>
                  <a:pt x="5622165" y="0"/>
                </a:lnTo>
                <a:cubicBezTo>
                  <a:pt x="5682884" y="0"/>
                  <a:pt x="5732107" y="49223"/>
                  <a:pt x="5732107" y="109942"/>
                </a:cubicBezTo>
                <a:lnTo>
                  <a:pt x="5732107" y="5669044"/>
                </a:lnTo>
                <a:cubicBezTo>
                  <a:pt x="5732107" y="5729763"/>
                  <a:pt x="5682884" y="5778986"/>
                  <a:pt x="5622165" y="5778986"/>
                </a:cubicBez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4765824-C98C-931E-D59A-D9F33A99C52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448425" y="6089951"/>
            <a:ext cx="5310188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251139394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ight Chart Comparison  4">
    <p:bg>
      <p:bgPr>
        <a:solidFill>
          <a:srgbClr val="EA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FD1440-4935-7D49-646D-2208403477E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sX0" fmla="*/ 387755 w 12192000"/>
              <a:gd name="csY0" fmla="*/ 782151 h 6858000"/>
              <a:gd name="csX1" fmla="*/ 277813 w 12192000"/>
              <a:gd name="csY1" fmla="*/ 892093 h 6858000"/>
              <a:gd name="csX2" fmla="*/ 277813 w 12192000"/>
              <a:gd name="csY2" fmla="*/ 6451195 h 6858000"/>
              <a:gd name="csX3" fmla="*/ 387755 w 12192000"/>
              <a:gd name="csY3" fmla="*/ 6561137 h 6858000"/>
              <a:gd name="csX4" fmla="*/ 5899978 w 12192000"/>
              <a:gd name="csY4" fmla="*/ 6561137 h 6858000"/>
              <a:gd name="csX5" fmla="*/ 6009920 w 12192000"/>
              <a:gd name="csY5" fmla="*/ 6451195 h 6858000"/>
              <a:gd name="csX6" fmla="*/ 6009920 w 12192000"/>
              <a:gd name="csY6" fmla="*/ 892093 h 6858000"/>
              <a:gd name="csX7" fmla="*/ 5899978 w 12192000"/>
              <a:gd name="csY7" fmla="*/ 782151 h 6858000"/>
              <a:gd name="csX8" fmla="*/ 6097379 w 12192000"/>
              <a:gd name="csY8" fmla="*/ 782150 h 6858000"/>
              <a:gd name="csX9" fmla="*/ 6097379 w 12192000"/>
              <a:gd name="csY9" fmla="*/ 6561136 h 6858000"/>
              <a:gd name="csX10" fmla="*/ 6299280 w 12192000"/>
              <a:gd name="csY10" fmla="*/ 6561136 h 6858000"/>
              <a:gd name="csX11" fmla="*/ 6299285 w 12192000"/>
              <a:gd name="csY11" fmla="*/ 6561137 h 6858000"/>
              <a:gd name="csX12" fmla="*/ 11782598 w 12192000"/>
              <a:gd name="csY12" fmla="*/ 6561137 h 6858000"/>
              <a:gd name="csX13" fmla="*/ 11891963 w 12192000"/>
              <a:gd name="csY13" fmla="*/ 6451772 h 6858000"/>
              <a:gd name="csX14" fmla="*/ 11891963 w 12192000"/>
              <a:gd name="csY14" fmla="*/ 891515 h 6858000"/>
              <a:gd name="csX15" fmla="*/ 11782598 w 12192000"/>
              <a:gd name="csY15" fmla="*/ 782150 h 6858000"/>
              <a:gd name="csX16" fmla="*/ 7625300 w 12192000"/>
              <a:gd name="csY16" fmla="*/ 782150 h 6858000"/>
              <a:gd name="csX17" fmla="*/ 6299285 w 12192000"/>
              <a:gd name="csY17" fmla="*/ 782150 h 6858000"/>
              <a:gd name="csX18" fmla="*/ 0 w 12192000"/>
              <a:gd name="csY18" fmla="*/ 0 h 6858000"/>
              <a:gd name="csX19" fmla="*/ 12192000 w 12192000"/>
              <a:gd name="csY19" fmla="*/ 0 h 6858000"/>
              <a:gd name="csX20" fmla="*/ 12192000 w 12192000"/>
              <a:gd name="csY20" fmla="*/ 6858000 h 6858000"/>
              <a:gd name="csX21" fmla="*/ 0 w 12192000"/>
              <a:gd name="csY21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192000" h="6858000">
                <a:moveTo>
                  <a:pt x="387755" y="782151"/>
                </a:moveTo>
                <a:cubicBezTo>
                  <a:pt x="327036" y="782151"/>
                  <a:pt x="277813" y="831374"/>
                  <a:pt x="277813" y="892093"/>
                </a:cubicBezTo>
                <a:lnTo>
                  <a:pt x="277813" y="6451195"/>
                </a:lnTo>
                <a:cubicBezTo>
                  <a:pt x="277813" y="6511914"/>
                  <a:pt x="327036" y="6561137"/>
                  <a:pt x="387755" y="6561137"/>
                </a:cubicBezTo>
                <a:lnTo>
                  <a:pt x="5899978" y="6561137"/>
                </a:lnTo>
                <a:cubicBezTo>
                  <a:pt x="5960697" y="6561137"/>
                  <a:pt x="6009920" y="6511914"/>
                  <a:pt x="6009920" y="6451195"/>
                </a:cubicBezTo>
                <a:lnTo>
                  <a:pt x="6009920" y="892093"/>
                </a:lnTo>
                <a:cubicBezTo>
                  <a:pt x="6009920" y="831374"/>
                  <a:pt x="5960697" y="782151"/>
                  <a:pt x="5899978" y="782151"/>
                </a:cubicBezTo>
                <a:close/>
                <a:moveTo>
                  <a:pt x="6097379" y="782150"/>
                </a:moveTo>
                <a:lnTo>
                  <a:pt x="6097379" y="6561136"/>
                </a:lnTo>
                <a:lnTo>
                  <a:pt x="6299280" y="6561136"/>
                </a:lnTo>
                <a:lnTo>
                  <a:pt x="6299285" y="6561137"/>
                </a:lnTo>
                <a:lnTo>
                  <a:pt x="11782598" y="6561137"/>
                </a:lnTo>
                <a:cubicBezTo>
                  <a:pt x="11842999" y="6561137"/>
                  <a:pt x="11891963" y="6512173"/>
                  <a:pt x="11891963" y="6451772"/>
                </a:cubicBezTo>
                <a:lnTo>
                  <a:pt x="11891963" y="891515"/>
                </a:lnTo>
                <a:cubicBezTo>
                  <a:pt x="11891963" y="831114"/>
                  <a:pt x="11842999" y="782150"/>
                  <a:pt x="11782598" y="782150"/>
                </a:cubicBezTo>
                <a:lnTo>
                  <a:pt x="7625300" y="782150"/>
                </a:lnTo>
                <a:lnTo>
                  <a:pt x="6299285" y="7821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3B549B9-2805-2306-462A-8C93C2786CA6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5D3FF9-B3BC-46B0-C98B-8A1ADD142231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A88413-2D3D-4E73-2702-1DBAA70E1C4A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DB6DB0-D403-F80C-CFE3-E0102DA67D9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BDA4C64-D991-F5F6-55F2-AFFC079C661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88984EE-F5FC-55FC-E678-6D0C4307C8EC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CA07727-D72F-1CC7-1A32-B7FA43CC764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13ED8ED-9ABC-3146-AFF5-3141B3C3ECD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4" name="object 8">
            <a:extLst>
              <a:ext uri="{FF2B5EF4-FFF2-40B4-BE49-F238E27FC236}">
                <a16:creationId xmlns:a16="http://schemas.microsoft.com/office/drawing/2014/main" id="{2B4878A3-6CAE-64F7-6260-3E0A8145EDFC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F5896C94-88BE-5C56-9599-8AE6E2A924F4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5670B-5E91-CCE3-BD06-E0B317012F3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 flipH="1">
            <a:off x="6114063" y="782150"/>
            <a:ext cx="5819568" cy="5778986"/>
          </a:xfrm>
          <a:custGeom>
            <a:avLst/>
            <a:gdLst>
              <a:gd name="csX0" fmla="*/ 109942 w 5819568"/>
              <a:gd name="csY0" fmla="*/ 0 h 5778986"/>
              <a:gd name="csX1" fmla="*/ 779568 w 5819568"/>
              <a:gd name="csY1" fmla="*/ 0 h 5778986"/>
              <a:gd name="csX2" fmla="*/ 5622165 w 5819568"/>
              <a:gd name="csY2" fmla="*/ 0 h 5778986"/>
              <a:gd name="csX3" fmla="*/ 5819568 w 5819568"/>
              <a:gd name="csY3" fmla="*/ 0 h 5778986"/>
              <a:gd name="csX4" fmla="*/ 5819568 w 5819568"/>
              <a:gd name="csY4" fmla="*/ 5778986 h 5778986"/>
              <a:gd name="csX5" fmla="*/ 5622165 w 5819568"/>
              <a:gd name="csY5" fmla="*/ 5778986 h 5778986"/>
              <a:gd name="csX6" fmla="*/ 779568 w 5819568"/>
              <a:gd name="csY6" fmla="*/ 5778986 h 5778986"/>
              <a:gd name="csX7" fmla="*/ 109942 w 5819568"/>
              <a:gd name="csY7" fmla="*/ 5778986 h 5778986"/>
              <a:gd name="csX8" fmla="*/ 0 w 5819568"/>
              <a:gd name="csY8" fmla="*/ 5669044 h 5778986"/>
              <a:gd name="csX9" fmla="*/ 0 w 5819568"/>
              <a:gd name="csY9" fmla="*/ 109942 h 5778986"/>
              <a:gd name="csX10" fmla="*/ 109942 w 5819568"/>
              <a:gd name="csY10" fmla="*/ 0 h 57789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819568" h="5778986">
                <a:moveTo>
                  <a:pt x="109942" y="0"/>
                </a:moveTo>
                <a:lnTo>
                  <a:pt x="779568" y="0"/>
                </a:lnTo>
                <a:lnTo>
                  <a:pt x="5622165" y="0"/>
                </a:lnTo>
                <a:lnTo>
                  <a:pt x="5819568" y="0"/>
                </a:lnTo>
                <a:lnTo>
                  <a:pt x="5819568" y="5778986"/>
                </a:lnTo>
                <a:lnTo>
                  <a:pt x="5622165" y="5778986"/>
                </a:lnTo>
                <a:lnTo>
                  <a:pt x="779568" y="5778986"/>
                </a:lnTo>
                <a:lnTo>
                  <a:pt x="109942" y="5778986"/>
                </a:lnTo>
                <a:cubicBezTo>
                  <a:pt x="49223" y="5778986"/>
                  <a:pt x="0" y="5729763"/>
                  <a:pt x="0" y="5669044"/>
                </a:cubicBezTo>
                <a:lnTo>
                  <a:pt x="0" y="109942"/>
                </a:lnTo>
                <a:cubicBezTo>
                  <a:pt x="0" y="49223"/>
                  <a:pt x="49223" y="0"/>
                  <a:pt x="10994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9704BC-5034-C703-FB86-CF30172A02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3866" y="2095500"/>
            <a:ext cx="5040000" cy="299878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b="1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6"/>
            <a:r>
              <a:rPr lang="en-US" dirty="0"/>
              <a:t>Body Copy 22pt</a:t>
            </a:r>
          </a:p>
          <a:p>
            <a:pPr lvl="7"/>
            <a:r>
              <a:rPr lang="en-US" dirty="0"/>
              <a:t>Bullet 22pt</a:t>
            </a:r>
          </a:p>
          <a:p>
            <a:pPr lvl="8"/>
            <a:r>
              <a:rPr lang="en-US" dirty="0"/>
              <a:t>Subheading 24pt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8F4AF7-AEAD-2C99-B0BC-A0F7468ACD9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3866" y="1071659"/>
            <a:ext cx="5040000" cy="632041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  <a:lvl2pPr>
              <a:buSzPct val="120000"/>
              <a:defRPr>
                <a:solidFill>
                  <a:schemeClr val="tx1"/>
                </a:solidFill>
                <a:latin typeface="+mn-lt"/>
              </a:defRPr>
            </a:lvl2pPr>
            <a:lvl3pPr>
              <a:defRPr sz="2200" b="0">
                <a:solidFill>
                  <a:schemeClr val="tx1"/>
                </a:solidFill>
                <a:latin typeface="+mj-lt"/>
                <a:cs typeface="UKCEH Suisse Medium" panose="020B0604000000000000" pitchFamily="34" charset="-78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 b="0">
                <a:solidFill>
                  <a:schemeClr val="tx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Subheading 22pt 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F511505-F151-BA5E-2DDA-221EEFB7F4A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2195" y="6089951"/>
            <a:ext cx="5241671" cy="334662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42138218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1559-5C0F-9C52-FE1A-97813BBEE7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01863" y="2095501"/>
            <a:ext cx="9202737" cy="3997324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 b="1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 b="0"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>
              <a:defRPr sz="2200"/>
            </a:lvl6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  <a:p>
            <a:pPr lvl="8"/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C62D1-B4F0-B853-B835-90DF229542C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14453149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Stat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FE482F4-4096-230A-531E-9FAAA8E472B4}"/>
              </a:ext>
            </a:extLst>
          </p:cNvPr>
          <p:cNvSpPr/>
          <p:nvPr userDrawn="1"/>
        </p:nvSpPr>
        <p:spPr>
          <a:xfrm>
            <a:off x="277814" y="1219887"/>
            <a:ext cx="5464174" cy="4884576"/>
          </a:xfrm>
          <a:custGeom>
            <a:avLst/>
            <a:gdLst>
              <a:gd name="csX0" fmla="*/ 128709 w 5464174"/>
              <a:gd name="csY0" fmla="*/ 0 h 4884576"/>
              <a:gd name="csX1" fmla="*/ 1190747 w 5464174"/>
              <a:gd name="csY1" fmla="*/ 0 h 4884576"/>
              <a:gd name="csX2" fmla="*/ 4011193 w 5464174"/>
              <a:gd name="csY2" fmla="*/ 0 h 4884576"/>
              <a:gd name="csX3" fmla="*/ 5073231 w 5464174"/>
              <a:gd name="csY3" fmla="*/ 0 h 4884576"/>
              <a:gd name="csX4" fmla="*/ 5073237 w 5464174"/>
              <a:gd name="csY4" fmla="*/ 1 h 4884576"/>
              <a:gd name="csX5" fmla="*/ 5464174 w 5464174"/>
              <a:gd name="csY5" fmla="*/ 1 h 4884576"/>
              <a:gd name="csX6" fmla="*/ 5464174 w 5464174"/>
              <a:gd name="csY6" fmla="*/ 4884576 h 4884576"/>
              <a:gd name="csX7" fmla="*/ 4402136 w 5464174"/>
              <a:gd name="csY7" fmla="*/ 4884576 h 4884576"/>
              <a:gd name="csX8" fmla="*/ 2704635 w 5464174"/>
              <a:gd name="csY8" fmla="*/ 4884576 h 4884576"/>
              <a:gd name="csX9" fmla="*/ 1642597 w 5464174"/>
              <a:gd name="csY9" fmla="*/ 4884576 h 4884576"/>
              <a:gd name="csX10" fmla="*/ 1642593 w 5464174"/>
              <a:gd name="csY10" fmla="*/ 4884575 h 4884576"/>
              <a:gd name="csX11" fmla="*/ 1190747 w 5464174"/>
              <a:gd name="csY11" fmla="*/ 4884575 h 4884576"/>
              <a:gd name="csX12" fmla="*/ 128709 w 5464174"/>
              <a:gd name="csY12" fmla="*/ 4884575 h 4884576"/>
              <a:gd name="csX13" fmla="*/ 0 w 5464174"/>
              <a:gd name="csY13" fmla="*/ 4788168 h 4884576"/>
              <a:gd name="csX14" fmla="*/ 0 w 5464174"/>
              <a:gd name="csY14" fmla="*/ 96407 h 4884576"/>
              <a:gd name="csX15" fmla="*/ 128709 w 5464174"/>
              <a:gd name="csY15" fmla="*/ 0 h 4884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5464174" h="4884576">
                <a:moveTo>
                  <a:pt x="128709" y="0"/>
                </a:moveTo>
                <a:lnTo>
                  <a:pt x="1190747" y="0"/>
                </a:lnTo>
                <a:lnTo>
                  <a:pt x="4011193" y="0"/>
                </a:lnTo>
                <a:lnTo>
                  <a:pt x="5073231" y="0"/>
                </a:lnTo>
                <a:lnTo>
                  <a:pt x="5073237" y="1"/>
                </a:lnTo>
                <a:lnTo>
                  <a:pt x="5464174" y="1"/>
                </a:lnTo>
                <a:lnTo>
                  <a:pt x="5464174" y="4884576"/>
                </a:lnTo>
                <a:lnTo>
                  <a:pt x="4402136" y="4884576"/>
                </a:lnTo>
                <a:lnTo>
                  <a:pt x="2704635" y="4884576"/>
                </a:lnTo>
                <a:lnTo>
                  <a:pt x="1642597" y="4884576"/>
                </a:lnTo>
                <a:lnTo>
                  <a:pt x="1642593" y="4884575"/>
                </a:lnTo>
                <a:lnTo>
                  <a:pt x="1190747" y="4884575"/>
                </a:lnTo>
                <a:lnTo>
                  <a:pt x="128709" y="4884575"/>
                </a:lnTo>
                <a:cubicBezTo>
                  <a:pt x="57625" y="4884575"/>
                  <a:pt x="0" y="4841412"/>
                  <a:pt x="0" y="4788168"/>
                </a:cubicBezTo>
                <a:lnTo>
                  <a:pt x="0" y="96407"/>
                </a:lnTo>
                <a:cubicBezTo>
                  <a:pt x="0" y="43163"/>
                  <a:pt x="57625" y="0"/>
                  <a:pt x="12870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51DF53-7A57-7591-630A-332C29C31F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2761" y="1219262"/>
            <a:ext cx="3889526" cy="1602766"/>
          </a:xfrm>
        </p:spPr>
        <p:txBody>
          <a:bodyPr lIns="144000" tIns="216000" rIns="144000" bIns="216000" anchor="ctr"/>
          <a:lstStyle>
            <a:lvl1pPr>
              <a:lnSpc>
                <a:spcPct val="800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accent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D9C5968-DE71-FB45-C1AE-4C28FBE9CE4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42761" y="2857092"/>
            <a:ext cx="3889528" cy="1602766"/>
          </a:xfrm>
        </p:spPr>
        <p:txBody>
          <a:bodyPr lIns="144000" tIns="216000" rIns="144000" bIns="216000" anchor="ctr"/>
          <a:lstStyle>
            <a:lvl1pPr>
              <a:lnSpc>
                <a:spcPct val="80000"/>
              </a:lnSpc>
              <a:defRPr sz="480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bg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B609316-6B6B-27AA-BC0E-DA05F3B4DA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2761" y="4494922"/>
            <a:ext cx="3889527" cy="1602766"/>
          </a:xfrm>
        </p:spPr>
        <p:txBody>
          <a:bodyPr lIns="144000" tIns="216000" rIns="144000" bIns="216000" anchor="ctr"/>
          <a:lstStyle>
            <a:lvl1pPr>
              <a:lnSpc>
                <a:spcPct val="80000"/>
              </a:lnSpc>
              <a:defRPr sz="480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SzPct val="120000"/>
              <a:buNone/>
              <a:defRPr sz="2200">
                <a:solidFill>
                  <a:schemeClr val="tx2"/>
                </a:solidFill>
                <a:latin typeface="+mn-lt"/>
              </a:defRPr>
            </a:lvl2pPr>
            <a:lvl3pPr>
              <a:defRPr sz="1400" b="1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 b="0">
                <a:solidFill>
                  <a:schemeClr val="bg1"/>
                </a:solidFill>
                <a:latin typeface="UKCEH Suisse Semibold" panose="020B0704000000000000" pitchFamily="34" charset="-78"/>
                <a:cs typeface="UKCEH Suisse Semibold" panose="020B0704000000000000" pitchFamily="34" charset="-78"/>
              </a:defRPr>
            </a:lvl5pPr>
            <a:lvl6pPr marL="358775" indent="-179388">
              <a:buSzPct val="130000"/>
              <a:buFont typeface="Wingdings" panose="05000000000000000000" pitchFamily="2" charset="2"/>
              <a:buChar char=""/>
              <a:defRPr sz="1500"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00</a:t>
            </a:r>
          </a:p>
          <a:p>
            <a:pPr lvl="1"/>
            <a:r>
              <a:rPr lang="en-US" dirty="0"/>
              <a:t>Add net line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03C6A9F-1637-C1FD-167A-434953633F2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705904" y="1219263"/>
            <a:ext cx="7186061" cy="4885200"/>
          </a:xfrm>
          <a:custGeom>
            <a:avLst/>
            <a:gdLst>
              <a:gd name="csX0" fmla="*/ 1207523 w 7186061"/>
              <a:gd name="csY0" fmla="*/ 0 h 4873561"/>
              <a:gd name="csX1" fmla="*/ 1522889 w 7186061"/>
              <a:gd name="csY1" fmla="*/ 0 h 4873561"/>
              <a:gd name="csX2" fmla="*/ 6772219 w 7186061"/>
              <a:gd name="csY2" fmla="*/ 0 h 4873561"/>
              <a:gd name="csX3" fmla="*/ 7087586 w 7186061"/>
              <a:gd name="csY3" fmla="*/ 0 h 4873561"/>
              <a:gd name="csX4" fmla="*/ 7186061 w 7186061"/>
              <a:gd name="csY4" fmla="*/ 96204 h 4873561"/>
              <a:gd name="csX5" fmla="*/ 7186061 w 7186061"/>
              <a:gd name="csY5" fmla="*/ 4777357 h 4873561"/>
              <a:gd name="csX6" fmla="*/ 7087586 w 7186061"/>
              <a:gd name="csY6" fmla="*/ 4873561 h 4873561"/>
              <a:gd name="csX7" fmla="*/ 6772219 w 7186061"/>
              <a:gd name="csY7" fmla="*/ 4873561 h 4873561"/>
              <a:gd name="csX8" fmla="*/ 1522889 w 7186061"/>
              <a:gd name="csY8" fmla="*/ 4873561 h 4873561"/>
              <a:gd name="csX9" fmla="*/ 1207523 w 7186061"/>
              <a:gd name="csY9" fmla="*/ 4873561 h 4873561"/>
              <a:gd name="csX10" fmla="*/ 328060 w 7186061"/>
              <a:gd name="csY10" fmla="*/ 4873561 h 4873561"/>
              <a:gd name="csX11" fmla="*/ 328060 w 7186061"/>
              <a:gd name="csY11" fmla="*/ 1 h 4873561"/>
              <a:gd name="csX12" fmla="*/ 0 w 7186061"/>
              <a:gd name="csY12" fmla="*/ 1 h 4873561"/>
              <a:gd name="csX13" fmla="*/ 0 w 7186061"/>
              <a:gd name="csY13" fmla="*/ 1 h 4873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186061" h="4873561">
                <a:moveTo>
                  <a:pt x="1207523" y="0"/>
                </a:moveTo>
                <a:lnTo>
                  <a:pt x="1522889" y="0"/>
                </a:lnTo>
                <a:lnTo>
                  <a:pt x="6772219" y="0"/>
                </a:lnTo>
                <a:lnTo>
                  <a:pt x="7087586" y="0"/>
                </a:lnTo>
                <a:cubicBezTo>
                  <a:pt x="7141972" y="0"/>
                  <a:pt x="7186061" y="43072"/>
                  <a:pt x="7186061" y="96204"/>
                </a:cubicBezTo>
                <a:lnTo>
                  <a:pt x="7186061" y="4777357"/>
                </a:lnTo>
                <a:cubicBezTo>
                  <a:pt x="7186061" y="4830489"/>
                  <a:pt x="7141972" y="4873561"/>
                  <a:pt x="7087586" y="4873561"/>
                </a:cubicBezTo>
                <a:lnTo>
                  <a:pt x="6772219" y="4873561"/>
                </a:lnTo>
                <a:lnTo>
                  <a:pt x="1522889" y="4873561"/>
                </a:lnTo>
                <a:lnTo>
                  <a:pt x="1207523" y="4873561"/>
                </a:lnTo>
                <a:lnTo>
                  <a:pt x="328060" y="4873561"/>
                </a:lnTo>
                <a:lnTo>
                  <a:pt x="328060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0655829-A031-056F-0DA6-6DAE38A5FEF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446331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D6C190B-0185-73FD-A7E2-1D2F1C5DA49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9" y="782150"/>
            <a:ext cx="5795963" cy="5778987"/>
          </a:xfrm>
          <a:custGeom>
            <a:avLst/>
            <a:gdLst>
              <a:gd name="connsiteX0" fmla="*/ 110841 w 5795963"/>
              <a:gd name="connsiteY0" fmla="*/ 0 h 5778987"/>
              <a:gd name="connsiteX1" fmla="*/ 5685122 w 5795963"/>
              <a:gd name="connsiteY1" fmla="*/ 0 h 5778987"/>
              <a:gd name="connsiteX2" fmla="*/ 5795963 w 5795963"/>
              <a:gd name="connsiteY2" fmla="*/ 110841 h 5778987"/>
              <a:gd name="connsiteX3" fmla="*/ 5795963 w 5795963"/>
              <a:gd name="connsiteY3" fmla="*/ 5668146 h 5778987"/>
              <a:gd name="connsiteX4" fmla="*/ 5685122 w 5795963"/>
              <a:gd name="connsiteY4" fmla="*/ 5778987 h 5778987"/>
              <a:gd name="connsiteX5" fmla="*/ 110841 w 5795963"/>
              <a:gd name="connsiteY5" fmla="*/ 5778987 h 5778987"/>
              <a:gd name="connsiteX6" fmla="*/ 0 w 5795963"/>
              <a:gd name="connsiteY6" fmla="*/ 5668146 h 5778987"/>
              <a:gd name="connsiteX7" fmla="*/ 0 w 5795963"/>
              <a:gd name="connsiteY7" fmla="*/ 110841 h 5778987"/>
              <a:gd name="connsiteX8" fmla="*/ 110841 w 5795963"/>
              <a:gd name="connsiteY8" fmla="*/ 0 h 577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5963" h="5778987">
                <a:moveTo>
                  <a:pt x="110841" y="0"/>
                </a:moveTo>
                <a:lnTo>
                  <a:pt x="5685122" y="0"/>
                </a:lnTo>
                <a:cubicBezTo>
                  <a:pt x="5746338" y="0"/>
                  <a:pt x="5795963" y="49625"/>
                  <a:pt x="5795963" y="110841"/>
                </a:cubicBezTo>
                <a:lnTo>
                  <a:pt x="5795963" y="5668146"/>
                </a:lnTo>
                <a:cubicBezTo>
                  <a:pt x="5795963" y="5729362"/>
                  <a:pt x="5746338" y="5778987"/>
                  <a:pt x="5685122" y="5778987"/>
                </a:cubicBezTo>
                <a:lnTo>
                  <a:pt x="110841" y="5778987"/>
                </a:lnTo>
                <a:cubicBezTo>
                  <a:pt x="49625" y="5778987"/>
                  <a:pt x="0" y="5729362"/>
                  <a:pt x="0" y="5668146"/>
                </a:cubicBezTo>
                <a:lnTo>
                  <a:pt x="0" y="110841"/>
                </a:lnTo>
                <a:cubicBezTo>
                  <a:pt x="0" y="49625"/>
                  <a:pt x="49625" y="0"/>
                  <a:pt x="11084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96C1627-5841-344A-D8D2-2C33343A1C3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41665790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Points + 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F2BBD90-99AE-57ED-0EE4-2429D1F4DF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6096000 w 12192000"/>
              <a:gd name="csY0" fmla="*/ 502172 h 6858000"/>
              <a:gd name="csX1" fmla="*/ 6096000 w 12192000"/>
              <a:gd name="csY1" fmla="*/ 6857911 h 6858000"/>
              <a:gd name="csX2" fmla="*/ 12191567 w 12192000"/>
              <a:gd name="csY2" fmla="*/ 6857911 h 6858000"/>
              <a:gd name="csX3" fmla="*/ 12191567 w 12192000"/>
              <a:gd name="csY3" fmla="*/ 502172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096000" y="502172"/>
                </a:moveTo>
                <a:lnTo>
                  <a:pt x="6096000" y="6857911"/>
                </a:lnTo>
                <a:lnTo>
                  <a:pt x="12191567" y="6857911"/>
                </a:lnTo>
                <a:lnTo>
                  <a:pt x="12191567" y="5021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5614E7-C9FD-C576-C62C-2E2C15AF1B3F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ED1D42-3B79-1F04-9C47-A22E0BCFC6E9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7C76E58-CDC6-E2DC-FB3C-7F447B5207B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028930C-0740-41CD-0FF6-8EB58A8DA66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71B722-6F7B-61D4-551D-3D3A21AB423E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E3029DC-FF37-C314-4CAA-E646DCBEF04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8920F36-0F71-BBE1-D9E1-7A76612CD7C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E8783-FE25-296F-8714-54A40DF71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59" y="1153525"/>
            <a:ext cx="5299229" cy="465103"/>
          </a:xfrm>
        </p:spPr>
        <p:txBody>
          <a:bodyPr/>
          <a:lstStyle>
            <a:lvl1pPr>
              <a:defRPr sz="4000" spc="-11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Slide Title 40pt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AD473AC6-35D0-7F28-141A-A75AA066A8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196" y="768049"/>
            <a:ext cx="5310188" cy="310352"/>
          </a:xfrm>
        </p:spPr>
        <p:txBody>
          <a:bodyPr bIns="36000" anchor="b"/>
          <a:lstStyle>
            <a:lvl1pPr>
              <a:defRPr sz="1800" b="1" spc="-2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title goes here 18pt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02EC5-562E-39F2-8F3D-7AA4FD745D5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42760" y="2095172"/>
            <a:ext cx="4945216" cy="3663950"/>
          </a:xfrm>
        </p:spPr>
        <p:txBody>
          <a:bodyPr/>
          <a:lstStyle>
            <a:lvl1pPr marL="263525" indent="0">
              <a:defRPr>
                <a:latin typeface="+mn-lt"/>
              </a:defRPr>
            </a:lvl1pPr>
            <a:lvl2pPr marL="442913" indent="-179388">
              <a:defRPr>
                <a:latin typeface="+mn-lt"/>
              </a:defRPr>
            </a:lvl2pPr>
            <a:lvl3pPr marL="263525" indent="0">
              <a:defRPr>
                <a:latin typeface="+mn-lt"/>
              </a:defRPr>
            </a:lvl3pPr>
            <a:lvl4pPr marL="263525" indent="-263525">
              <a:buSzPct val="100000"/>
              <a:buFont typeface="UKCEH Suisse" panose="020B0504000000000000" pitchFamily="34" charset="-78"/>
              <a:buChar char="•"/>
              <a:defRPr>
                <a:latin typeface="+mn-lt"/>
              </a:defRPr>
            </a:lvl4pPr>
            <a:lvl5pPr marL="263525" indent="0">
              <a:defRPr b="1">
                <a:latin typeface="+mn-lt"/>
              </a:defRPr>
            </a:lvl5pPr>
            <a:lvl6pPr marL="263525" indent="0">
              <a:defRPr>
                <a:latin typeface="+mn-lt"/>
              </a:defRPr>
            </a:lvl6pPr>
            <a:lvl7pPr marL="263525" indent="0">
              <a:defRPr>
                <a:latin typeface="+mn-lt"/>
              </a:defRPr>
            </a:lvl7pPr>
            <a:lvl8pPr marL="263525" indent="0">
              <a:defRPr>
                <a:latin typeface="+mn-lt"/>
              </a:defRPr>
            </a:lvl8pPr>
            <a:lvl9pPr marL="263525" indent="0">
              <a:defRPr>
                <a:latin typeface="+mn-lt"/>
              </a:defRPr>
            </a:lvl9pPr>
          </a:lstStyle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B7A546-66ED-6B8F-318B-BAF4F176FC2C}"/>
              </a:ext>
            </a:extLst>
          </p:cNvPr>
          <p:cNvSpPr/>
          <p:nvPr userDrawn="1"/>
        </p:nvSpPr>
        <p:spPr>
          <a:xfrm>
            <a:off x="127419" y="509667"/>
            <a:ext cx="5976000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8215D865-AC46-D526-BD9B-84675A8C9327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94739B5C-EFD0-2FC3-F88F-7E2583C85458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FACAF5E-78EB-113A-31FE-2EAB2FFC2CC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483323" y="981309"/>
            <a:ext cx="5422519" cy="542170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4ECAD62-197C-0E87-1FAD-C6B95233620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22196" y="6089950"/>
            <a:ext cx="5681224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10345398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AE2E5-313F-8ADE-BDDC-06E38B7E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13E909C-D1DC-74B6-E269-18545E9EB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813" y="754161"/>
            <a:ext cx="11298685" cy="465103"/>
          </a:xfrm>
        </p:spPr>
        <p:txBody>
          <a:bodyPr/>
          <a:lstStyle>
            <a:lvl1pPr>
              <a:defRPr sz="2800" spc="-100" baseline="0">
                <a:latin typeface="UKCEH Suisse Medium" panose="020B0604000000000000" pitchFamily="34" charset="-78"/>
                <a:cs typeface="UKCEH Suisse Medium" panose="020B0604000000000000" pitchFamily="34" charset="-78"/>
              </a:defRPr>
            </a:lvl1pPr>
          </a:lstStyle>
          <a:p>
            <a:r>
              <a:rPr lang="en-US" dirty="0"/>
              <a:t>Image title 28pt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1DB9517-380B-E731-16C5-312AB7658FA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7813" y="1219264"/>
            <a:ext cx="5735076" cy="4540186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EB1C213F-A56B-0AEA-514F-CC7689297A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56889" y="1219264"/>
            <a:ext cx="5735076" cy="4540186"/>
          </a:xfrm>
          <a:prstGeom prst="roundRect">
            <a:avLst>
              <a:gd name="adj" fmla="val 1974"/>
            </a:avLst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22A71CF-B5C5-232B-EF81-5E13B286A8B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195" y="6089950"/>
            <a:ext cx="11327045" cy="471187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200"/>
              </a:spcAft>
              <a:defRPr sz="1000" b="1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buNone/>
              <a:defRPr sz="1000">
                <a:solidFill>
                  <a:schemeClr val="tx1"/>
                </a:solidFill>
              </a:defRPr>
            </a:lvl2pPr>
            <a:lvl3pPr marL="87313" indent="-87313">
              <a:spcBef>
                <a:spcPts val="0"/>
              </a:spcBef>
              <a:spcAft>
                <a:spcPts val="200"/>
              </a:spcAft>
              <a:buFont typeface="+mj-lt"/>
              <a:buAutoNum type="arabicPeriod"/>
              <a:defRPr sz="1000" b="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Source</a:t>
            </a:r>
          </a:p>
          <a:p>
            <a:pPr lvl="1"/>
            <a:r>
              <a:rPr lang="en-US" dirty="0"/>
              <a:t>Footnote</a:t>
            </a:r>
          </a:p>
          <a:p>
            <a:pPr lvl="2"/>
            <a:r>
              <a:rPr lang="en-US" dirty="0"/>
              <a:t>Numbered</a:t>
            </a:r>
          </a:p>
        </p:txBody>
      </p:sp>
    </p:spTree>
    <p:extLst>
      <p:ext uri="{BB962C8B-B14F-4D97-AF65-F5344CB8AC3E}">
        <p14:creationId xmlns:p14="http://schemas.microsoft.com/office/powerpoint/2010/main" val="337209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726FD-F895-0DCB-2661-B376182C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3" y="763588"/>
            <a:ext cx="11129135" cy="465103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en-US" dirty="0"/>
              <a:t>Slide Title 48pt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96227-6D01-87AC-A780-C0CDA9B1F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799" y="2095500"/>
            <a:ext cx="11326813" cy="3663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8D94-D66B-90F9-6A84-05282053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613" y="115887"/>
            <a:ext cx="288029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sz="1200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D03BBA4-709C-18F8-9986-55F5AEBDEA5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CBCF123-88EC-2D75-DDC2-DF654ABC1673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606CEC5C-AC75-D51B-259A-62CC66B06B18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EB88D0-3B11-9E92-8030-EF1C29D13FB2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C947ED-7225-A031-4C47-B0666B5CBC08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6ADE89-6384-C311-D887-CEEDC30F65C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632B3A6-E4D7-9AAF-A3D7-55DB24FF82B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732F3A-4421-DD93-7774-1BD7F663BEB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0EC37CE-0894-8AFC-FFA2-4149CBC2C30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B0F03E-BF70-4746-E496-AACACD3BEF8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591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62" r:id="rId2"/>
    <p:sldLayoutId id="2147483802" r:id="rId3"/>
    <p:sldLayoutId id="2147483731" r:id="rId4"/>
    <p:sldLayoutId id="2147483738" r:id="rId5"/>
    <p:sldLayoutId id="2147483764" r:id="rId6"/>
    <p:sldLayoutId id="2147483765" r:id="rId7"/>
    <p:sldLayoutId id="2147483766" r:id="rId8"/>
    <p:sldLayoutId id="2147483767" r:id="rId9"/>
    <p:sldLayoutId id="2147483662" r:id="rId10"/>
    <p:sldLayoutId id="2147483769" r:id="rId11"/>
    <p:sldLayoutId id="2147483770" r:id="rId12"/>
    <p:sldLayoutId id="2147483771" r:id="rId13"/>
    <p:sldLayoutId id="2147483774" r:id="rId14"/>
    <p:sldLayoutId id="2147483775" r:id="rId15"/>
    <p:sldLayoutId id="2147483776" r:id="rId16"/>
    <p:sldLayoutId id="2147483780" r:id="rId17"/>
    <p:sldLayoutId id="2147483782" r:id="rId18"/>
    <p:sldLayoutId id="2147483806" r:id="rId19"/>
    <p:sldLayoutId id="2147483784" r:id="rId20"/>
    <p:sldLayoutId id="2147483805" r:id="rId21"/>
    <p:sldLayoutId id="2147483785" r:id="rId22"/>
    <p:sldLayoutId id="2147483804" r:id="rId23"/>
    <p:sldLayoutId id="2147483808" r:id="rId24"/>
    <p:sldLayoutId id="2147483811" r:id="rId25"/>
    <p:sldLayoutId id="2147483809" r:id="rId26"/>
    <p:sldLayoutId id="2147483810" r:id="rId27"/>
    <p:sldLayoutId id="2147483788" r:id="rId28"/>
    <p:sldLayoutId id="2147483789" r:id="rId29"/>
    <p:sldLayoutId id="2147483791" r:id="rId30"/>
    <p:sldLayoutId id="2147483795" r:id="rId31"/>
    <p:sldLayoutId id="2147483796" r:id="rId32"/>
    <p:sldLayoutId id="2147483803" r:id="rId33"/>
    <p:sldLayoutId id="2147483797" r:id="rId34"/>
    <p:sldLayoutId id="2147483799" r:id="rId35"/>
    <p:sldLayoutId id="2147483800" r:id="rId36"/>
    <p:sldLayoutId id="2147483798" r:id="rId37"/>
    <p:sldLayoutId id="2147483801" r:id="rId3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spc="-1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265113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20000"/>
        <a:buFont typeface="UKCEH Suisse" panose="020B0504000000000000" pitchFamily="34" charset="-78"/>
        <a:buChar char="•"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lang="en-US" sz="2400" b="1" kern="0" spc="-30" baseline="0" dirty="0">
          <a:solidFill>
            <a:schemeClr val="tx1"/>
          </a:solidFill>
          <a:latin typeface="+mn-lt"/>
          <a:ea typeface="+mn-ea"/>
          <a:cs typeface="UKCEH Suisse" panose="020B0504000000000000" pitchFamily="34" charset="-78"/>
        </a:defRPr>
      </a:lvl3pPr>
      <a:lvl4pPr marL="0" indent="0" algn="l" defTabSz="914400" rtl="0" eaLnBrk="1" latinLnBrk="0" hangingPunct="1">
        <a:lnSpc>
          <a:spcPct val="90000"/>
        </a:lnSpc>
        <a:spcBef>
          <a:spcPts val="3000"/>
        </a:spcBef>
        <a:spcAft>
          <a:spcPts val="0"/>
        </a:spcAft>
        <a:buFontTx/>
        <a:buNone/>
        <a:defRPr sz="3200" kern="1200" spc="-10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10000"/>
        <a:buFont typeface="UKCEH Suisse" panose="020B0504000000000000" pitchFamily="34" charset="-78"/>
        <a:buNone/>
        <a:defRPr sz="2200" kern="1200" spc="-3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5pPr>
      <a:lvl6pPr marL="538163" indent="-27305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SzPct val="120000"/>
        <a:buFont typeface="UKCEH Suisse" panose="020B0504000000000000" pitchFamily="34" charset="-78"/>
        <a:buChar char="•"/>
        <a:defRPr sz="2200" b="0" kern="1200" spc="-20" baseline="0">
          <a:solidFill>
            <a:schemeClr val="tx1"/>
          </a:solidFill>
          <a:latin typeface="+mn-lt"/>
          <a:ea typeface="+mn-ea"/>
          <a:cs typeface="UKCEH Suisse Semibold" panose="020B0704000000000000" pitchFamily="34" charset="-78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2800" kern="1200" spc="-1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2800" b="1" kern="1200" spc="-10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8pPr>
      <a:lvl9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72" userDrawn="1">
          <p15:clr>
            <a:srgbClr val="F26B43"/>
          </p15:clr>
        </p15:guide>
        <p15:guide id="4" pos="483" userDrawn="1">
          <p15:clr>
            <a:srgbClr val="F26B43"/>
          </p15:clr>
        </p15:guide>
        <p15:guide id="5" pos="733" userDrawn="1">
          <p15:clr>
            <a:srgbClr val="F26B43"/>
          </p15:clr>
        </p15:guide>
        <p15:guide id="6" pos="941" userDrawn="1">
          <p15:clr>
            <a:srgbClr val="F26B43"/>
          </p15:clr>
        </p15:guide>
        <p15:guide id="7" pos="1164" userDrawn="1">
          <p15:clr>
            <a:srgbClr val="F26B43"/>
          </p15:clr>
        </p15:guide>
        <p15:guide id="8" pos="1387" userDrawn="1">
          <p15:clr>
            <a:srgbClr val="F26B43"/>
          </p15:clr>
        </p15:guide>
        <p15:guide id="9" pos="1595" userDrawn="1">
          <p15:clr>
            <a:srgbClr val="F26B43"/>
          </p15:clr>
        </p15:guide>
        <p15:guide id="10" pos="1833" userDrawn="1">
          <p15:clr>
            <a:srgbClr val="F26B43"/>
          </p15:clr>
        </p15:guide>
        <p15:guide id="11" pos="2056" userDrawn="1">
          <p15:clr>
            <a:srgbClr val="F26B43"/>
          </p15:clr>
        </p15:guide>
        <p15:guide id="12" pos="2275" userDrawn="1">
          <p15:clr>
            <a:srgbClr val="F26B43"/>
          </p15:clr>
        </p15:guide>
        <p15:guide id="13" pos="2502" userDrawn="1">
          <p15:clr>
            <a:srgbClr val="F26B43"/>
          </p15:clr>
        </p15:guide>
        <p15:guide id="14" pos="2729" userDrawn="1">
          <p15:clr>
            <a:srgbClr val="F26B43"/>
          </p15:clr>
        </p15:guide>
        <p15:guide id="15" pos="2948" userDrawn="1">
          <p15:clr>
            <a:srgbClr val="F26B43"/>
          </p15:clr>
        </p15:guide>
        <p15:guide id="16" pos="3171" userDrawn="1">
          <p15:clr>
            <a:srgbClr val="F26B43"/>
          </p15:clr>
        </p15:guide>
        <p15:guide id="17" pos="3394" userDrawn="1">
          <p15:clr>
            <a:srgbClr val="F26B43"/>
          </p15:clr>
        </p15:guide>
        <p15:guide id="18" pos="3617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4062" userDrawn="1">
          <p15:clr>
            <a:srgbClr val="F26B43"/>
          </p15:clr>
        </p15:guide>
        <p15:guide id="21" pos="4285" userDrawn="1">
          <p15:clr>
            <a:srgbClr val="F26B43"/>
          </p15:clr>
        </p15:guide>
        <p15:guide id="22" pos="4508" userDrawn="1">
          <p15:clr>
            <a:srgbClr val="F26B43"/>
          </p15:clr>
        </p15:guide>
        <p15:guide id="23" pos="4731" userDrawn="1">
          <p15:clr>
            <a:srgbClr val="F26B43"/>
          </p15:clr>
        </p15:guide>
        <p15:guide id="24" pos="4954" userDrawn="1">
          <p15:clr>
            <a:srgbClr val="F26B43"/>
          </p15:clr>
        </p15:guide>
        <p15:guide id="25" pos="5201" userDrawn="1">
          <p15:clr>
            <a:srgbClr val="F26B43"/>
          </p15:clr>
        </p15:guide>
        <p15:guide id="26" pos="5400" userDrawn="1">
          <p15:clr>
            <a:srgbClr val="F26B43"/>
          </p15:clr>
        </p15:guide>
        <p15:guide id="27" pos="5623" userDrawn="1">
          <p15:clr>
            <a:srgbClr val="F26B43"/>
          </p15:clr>
        </p15:guide>
        <p15:guide id="28" pos="5846" userDrawn="1">
          <p15:clr>
            <a:srgbClr val="F26B43"/>
          </p15:clr>
        </p15:guide>
        <p15:guide id="29" pos="6069" userDrawn="1">
          <p15:clr>
            <a:srgbClr val="F26B43"/>
          </p15:clr>
        </p15:guide>
        <p15:guide id="30" pos="6292" userDrawn="1">
          <p15:clr>
            <a:srgbClr val="F26B43"/>
          </p15:clr>
        </p15:guide>
        <p15:guide id="31" pos="6515" userDrawn="1">
          <p15:clr>
            <a:srgbClr val="F26B43"/>
          </p15:clr>
        </p15:guide>
        <p15:guide id="32" pos="6738" userDrawn="1">
          <p15:clr>
            <a:srgbClr val="F26B43"/>
          </p15:clr>
        </p15:guide>
        <p15:guide id="33" pos="6961" userDrawn="1">
          <p15:clr>
            <a:srgbClr val="F26B43"/>
          </p15:clr>
        </p15:guide>
        <p15:guide id="34" pos="7184" userDrawn="1">
          <p15:clr>
            <a:srgbClr val="F26B43"/>
          </p15:clr>
        </p15:guide>
        <p15:guide id="35" pos="7407" userDrawn="1">
          <p15:clr>
            <a:srgbClr val="F26B43"/>
          </p15:clr>
        </p15:guide>
        <p15:guide id="36" orient="horz" userDrawn="1">
          <p15:clr>
            <a:srgbClr val="F26B43"/>
          </p15:clr>
        </p15:guide>
        <p15:guide id="37" orient="horz" pos="4320" userDrawn="1">
          <p15:clr>
            <a:srgbClr val="F26B43"/>
          </p15:clr>
        </p15:guide>
        <p15:guide id="38" orient="horz" pos="255" userDrawn="1">
          <p15:clr>
            <a:srgbClr val="F26B43"/>
          </p15:clr>
        </p15:guide>
        <p15:guide id="39" orient="horz" pos="481" userDrawn="1">
          <p15:clr>
            <a:srgbClr val="F26B43"/>
          </p15:clr>
        </p15:guide>
        <p15:guide id="40" orient="horz" pos="691" userDrawn="1">
          <p15:clr>
            <a:srgbClr val="F26B43"/>
          </p15:clr>
        </p15:guide>
        <p15:guide id="41" orient="horz" pos="901" userDrawn="1">
          <p15:clr>
            <a:srgbClr val="F26B43"/>
          </p15:clr>
        </p15:guide>
        <p15:guide id="42" orient="horz" pos="1111" userDrawn="1">
          <p15:clr>
            <a:srgbClr val="F26B43"/>
          </p15:clr>
        </p15:guide>
        <p15:guide id="43" orient="horz" pos="1320" userDrawn="1">
          <p15:clr>
            <a:srgbClr val="F26B43"/>
          </p15:clr>
        </p15:guide>
        <p15:guide id="44" orient="horz" pos="1530" userDrawn="1">
          <p15:clr>
            <a:srgbClr val="F26B43"/>
          </p15:clr>
        </p15:guide>
        <p15:guide id="45" orient="horz" pos="1740" userDrawn="1">
          <p15:clr>
            <a:srgbClr val="F26B43"/>
          </p15:clr>
        </p15:guide>
        <p15:guide id="46" orient="horz" pos="1950" userDrawn="1">
          <p15:clr>
            <a:srgbClr val="F26B43"/>
          </p15:clr>
        </p15:guide>
        <p15:guide id="47" orient="horz" pos="2160" userDrawn="1">
          <p15:clr>
            <a:srgbClr val="F26B43"/>
          </p15:clr>
        </p15:guide>
        <p15:guide id="48" orient="horz" pos="2369" userDrawn="1">
          <p15:clr>
            <a:srgbClr val="F26B43"/>
          </p15:clr>
        </p15:guide>
        <p15:guide id="49" orient="horz" pos="2579" userDrawn="1">
          <p15:clr>
            <a:srgbClr val="F26B43"/>
          </p15:clr>
        </p15:guide>
        <p15:guide id="50" orient="horz" pos="2789" userDrawn="1">
          <p15:clr>
            <a:srgbClr val="F26B43"/>
          </p15:clr>
        </p15:guide>
        <p15:guide id="51" orient="horz" pos="2999" userDrawn="1">
          <p15:clr>
            <a:srgbClr val="F26B43"/>
          </p15:clr>
        </p15:guide>
        <p15:guide id="52" orient="horz" pos="3208" userDrawn="1">
          <p15:clr>
            <a:srgbClr val="F26B43"/>
          </p15:clr>
        </p15:guide>
        <p15:guide id="53" orient="horz" pos="3418" userDrawn="1">
          <p15:clr>
            <a:srgbClr val="F26B43"/>
          </p15:clr>
        </p15:guide>
        <p15:guide id="54" orient="horz" pos="3628" userDrawn="1">
          <p15:clr>
            <a:srgbClr val="F26B43"/>
          </p15:clr>
        </p15:guide>
        <p15:guide id="55" orient="horz" pos="3838" userDrawn="1">
          <p15:clr>
            <a:srgbClr val="F26B43"/>
          </p15:clr>
        </p15:guide>
        <p15:guide id="56" orient="horz" pos="4047" userDrawn="1">
          <p15:clr>
            <a:srgbClr val="F26B43"/>
          </p15:clr>
        </p15:guide>
        <p15:guide id="57" pos="75" userDrawn="1">
          <p15:clr>
            <a:srgbClr val="F26B43"/>
          </p15:clr>
        </p15:guide>
        <p15:guide id="58" pos="7491" userDrawn="1">
          <p15:clr>
            <a:srgbClr val="F26B43"/>
          </p15:clr>
        </p15:guide>
        <p15:guide id="59" orient="horz" pos="73" userDrawn="1">
          <p15:clr>
            <a:srgbClr val="F26B43"/>
          </p15:clr>
        </p15:guide>
        <p15:guide id="60" orient="horz" pos="4247" userDrawn="1">
          <p15:clr>
            <a:srgbClr val="F26B43"/>
          </p15:clr>
        </p15:guide>
        <p15:guide id="61" pos="175" userDrawn="1">
          <p15:clr>
            <a:srgbClr val="F26B43"/>
          </p15:clr>
        </p15:guide>
        <p15:guide id="62" pos="7605" userDrawn="1">
          <p15:clr>
            <a:srgbClr val="F26B43"/>
          </p15:clr>
        </p15:guide>
        <p15:guide id="63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726FD-F895-0DCB-2661-B376182C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3" y="763588"/>
            <a:ext cx="11129135" cy="465103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en-US" dirty="0"/>
              <a:t>Slide Title 48pt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96227-6D01-87AC-A780-C0CDA9B1F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799" y="2095500"/>
            <a:ext cx="11326813" cy="3663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8D94-D66B-90F9-6A84-05282053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613" y="115887"/>
            <a:ext cx="288029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sz="1200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D03BBA4-709C-18F8-9986-55F5AEBDEA5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CBCF123-88EC-2D75-DDC2-DF654ABC1673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606CEC5C-AC75-D51B-259A-62CC66B06B18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EB88D0-3B11-9E92-8030-EF1C29D13FB2}"/>
              </a:ext>
            </a:extLst>
          </p:cNvPr>
          <p:cNvGrpSpPr/>
          <p:nvPr userDrawn="1"/>
        </p:nvGrpSpPr>
        <p:grpSpPr>
          <a:xfrm>
            <a:off x="120673" y="601896"/>
            <a:ext cx="11959457" cy="60193"/>
            <a:chOff x="120673" y="601896"/>
            <a:chExt cx="11959457" cy="6019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36ADE89-6384-C311-D887-CEEDC30F65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673" y="601896"/>
              <a:ext cx="60193" cy="601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0EC37CE-0894-8AFC-FFA2-4149CBC2C30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2019937" y="601896"/>
              <a:ext cx="60193" cy="601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112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7" r:id="rId6"/>
    <p:sldLayoutId id="2147483858" r:id="rId7"/>
    <p:sldLayoutId id="2147483859" r:id="rId8"/>
    <p:sldLayoutId id="2147483868" r:id="rId9"/>
    <p:sldLayoutId id="2147483875" r:id="rId10"/>
    <p:sldLayoutId id="2147483882" r:id="rId11"/>
    <p:sldLayoutId id="2147483883" r:id="rId12"/>
    <p:sldLayoutId id="2147483885" r:id="rId13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spc="-1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265113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20000"/>
        <a:buFont typeface="UKCEH Suisse" panose="020B0504000000000000" pitchFamily="34" charset="-78"/>
        <a:buChar char="•"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lang="en-US" sz="2400" b="1" kern="0" spc="-30" baseline="0" dirty="0">
          <a:solidFill>
            <a:schemeClr val="tx1"/>
          </a:solidFill>
          <a:latin typeface="+mn-lt"/>
          <a:ea typeface="+mn-ea"/>
          <a:cs typeface="UKCEH Suisse" panose="020B0504000000000000" pitchFamily="34" charset="-78"/>
        </a:defRPr>
      </a:lvl3pPr>
      <a:lvl4pPr marL="0" indent="0" algn="l" defTabSz="914400" rtl="0" eaLnBrk="1" latinLnBrk="0" hangingPunct="1">
        <a:lnSpc>
          <a:spcPct val="90000"/>
        </a:lnSpc>
        <a:spcBef>
          <a:spcPts val="3000"/>
        </a:spcBef>
        <a:spcAft>
          <a:spcPts val="0"/>
        </a:spcAft>
        <a:buFontTx/>
        <a:buNone/>
        <a:defRPr sz="3200" kern="1200" spc="-10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10000"/>
        <a:buFont typeface="UKCEH Suisse" panose="020B0504000000000000" pitchFamily="34" charset="-78"/>
        <a:buNone/>
        <a:defRPr sz="2200" kern="1200" spc="-3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5pPr>
      <a:lvl6pPr marL="538163" indent="-27305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SzPct val="120000"/>
        <a:buFont typeface="UKCEH Suisse" panose="020B0504000000000000" pitchFamily="34" charset="-78"/>
        <a:buChar char="•"/>
        <a:defRPr sz="2200" b="0" kern="1200" spc="-20" baseline="0">
          <a:solidFill>
            <a:schemeClr val="tx1"/>
          </a:solidFill>
          <a:latin typeface="+mn-lt"/>
          <a:ea typeface="+mn-ea"/>
          <a:cs typeface="UKCEH Suisse Semibold" panose="020B0704000000000000" pitchFamily="34" charset="-78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2800" kern="1200" spc="-1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2800" b="1" kern="1200" spc="-10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8pPr>
      <a:lvl9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72" userDrawn="1">
          <p15:clr>
            <a:srgbClr val="F26B43"/>
          </p15:clr>
        </p15:guide>
        <p15:guide id="4" pos="483" userDrawn="1">
          <p15:clr>
            <a:srgbClr val="F26B43"/>
          </p15:clr>
        </p15:guide>
        <p15:guide id="5" pos="733" userDrawn="1">
          <p15:clr>
            <a:srgbClr val="F26B43"/>
          </p15:clr>
        </p15:guide>
        <p15:guide id="6" pos="941" userDrawn="1">
          <p15:clr>
            <a:srgbClr val="F26B43"/>
          </p15:clr>
        </p15:guide>
        <p15:guide id="7" pos="1164" userDrawn="1">
          <p15:clr>
            <a:srgbClr val="F26B43"/>
          </p15:clr>
        </p15:guide>
        <p15:guide id="8" pos="1387" userDrawn="1">
          <p15:clr>
            <a:srgbClr val="F26B43"/>
          </p15:clr>
        </p15:guide>
        <p15:guide id="9" pos="1595" userDrawn="1">
          <p15:clr>
            <a:srgbClr val="F26B43"/>
          </p15:clr>
        </p15:guide>
        <p15:guide id="10" pos="1833" userDrawn="1">
          <p15:clr>
            <a:srgbClr val="F26B43"/>
          </p15:clr>
        </p15:guide>
        <p15:guide id="11" pos="2056" userDrawn="1">
          <p15:clr>
            <a:srgbClr val="F26B43"/>
          </p15:clr>
        </p15:guide>
        <p15:guide id="12" pos="2275" userDrawn="1">
          <p15:clr>
            <a:srgbClr val="F26B43"/>
          </p15:clr>
        </p15:guide>
        <p15:guide id="13" pos="2502" userDrawn="1">
          <p15:clr>
            <a:srgbClr val="F26B43"/>
          </p15:clr>
        </p15:guide>
        <p15:guide id="14" pos="2729" userDrawn="1">
          <p15:clr>
            <a:srgbClr val="F26B43"/>
          </p15:clr>
        </p15:guide>
        <p15:guide id="15" pos="2948" userDrawn="1">
          <p15:clr>
            <a:srgbClr val="F26B43"/>
          </p15:clr>
        </p15:guide>
        <p15:guide id="16" pos="3171" userDrawn="1">
          <p15:clr>
            <a:srgbClr val="F26B43"/>
          </p15:clr>
        </p15:guide>
        <p15:guide id="17" pos="3394" userDrawn="1">
          <p15:clr>
            <a:srgbClr val="F26B43"/>
          </p15:clr>
        </p15:guide>
        <p15:guide id="18" pos="3617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4062" userDrawn="1">
          <p15:clr>
            <a:srgbClr val="F26B43"/>
          </p15:clr>
        </p15:guide>
        <p15:guide id="21" pos="4285" userDrawn="1">
          <p15:clr>
            <a:srgbClr val="F26B43"/>
          </p15:clr>
        </p15:guide>
        <p15:guide id="22" pos="4508" userDrawn="1">
          <p15:clr>
            <a:srgbClr val="F26B43"/>
          </p15:clr>
        </p15:guide>
        <p15:guide id="23" pos="4731" userDrawn="1">
          <p15:clr>
            <a:srgbClr val="F26B43"/>
          </p15:clr>
        </p15:guide>
        <p15:guide id="24" pos="4954" userDrawn="1">
          <p15:clr>
            <a:srgbClr val="F26B43"/>
          </p15:clr>
        </p15:guide>
        <p15:guide id="25" pos="5201" userDrawn="1">
          <p15:clr>
            <a:srgbClr val="F26B43"/>
          </p15:clr>
        </p15:guide>
        <p15:guide id="26" pos="5400" userDrawn="1">
          <p15:clr>
            <a:srgbClr val="F26B43"/>
          </p15:clr>
        </p15:guide>
        <p15:guide id="27" pos="5623" userDrawn="1">
          <p15:clr>
            <a:srgbClr val="F26B43"/>
          </p15:clr>
        </p15:guide>
        <p15:guide id="28" pos="5846" userDrawn="1">
          <p15:clr>
            <a:srgbClr val="F26B43"/>
          </p15:clr>
        </p15:guide>
        <p15:guide id="29" pos="6069" userDrawn="1">
          <p15:clr>
            <a:srgbClr val="F26B43"/>
          </p15:clr>
        </p15:guide>
        <p15:guide id="30" pos="6292" userDrawn="1">
          <p15:clr>
            <a:srgbClr val="F26B43"/>
          </p15:clr>
        </p15:guide>
        <p15:guide id="31" pos="6515" userDrawn="1">
          <p15:clr>
            <a:srgbClr val="F26B43"/>
          </p15:clr>
        </p15:guide>
        <p15:guide id="32" pos="6738" userDrawn="1">
          <p15:clr>
            <a:srgbClr val="F26B43"/>
          </p15:clr>
        </p15:guide>
        <p15:guide id="33" pos="6961" userDrawn="1">
          <p15:clr>
            <a:srgbClr val="F26B43"/>
          </p15:clr>
        </p15:guide>
        <p15:guide id="34" pos="7184" userDrawn="1">
          <p15:clr>
            <a:srgbClr val="F26B43"/>
          </p15:clr>
        </p15:guide>
        <p15:guide id="35" pos="7407" userDrawn="1">
          <p15:clr>
            <a:srgbClr val="F26B43"/>
          </p15:clr>
        </p15:guide>
        <p15:guide id="36" orient="horz" userDrawn="1">
          <p15:clr>
            <a:srgbClr val="F26B43"/>
          </p15:clr>
        </p15:guide>
        <p15:guide id="37" orient="horz" pos="4320" userDrawn="1">
          <p15:clr>
            <a:srgbClr val="F26B43"/>
          </p15:clr>
        </p15:guide>
        <p15:guide id="38" orient="horz" pos="255" userDrawn="1">
          <p15:clr>
            <a:srgbClr val="F26B43"/>
          </p15:clr>
        </p15:guide>
        <p15:guide id="39" orient="horz" pos="481" userDrawn="1">
          <p15:clr>
            <a:srgbClr val="F26B43"/>
          </p15:clr>
        </p15:guide>
        <p15:guide id="40" orient="horz" pos="691" userDrawn="1">
          <p15:clr>
            <a:srgbClr val="F26B43"/>
          </p15:clr>
        </p15:guide>
        <p15:guide id="41" orient="horz" pos="901" userDrawn="1">
          <p15:clr>
            <a:srgbClr val="F26B43"/>
          </p15:clr>
        </p15:guide>
        <p15:guide id="42" orient="horz" pos="1111" userDrawn="1">
          <p15:clr>
            <a:srgbClr val="F26B43"/>
          </p15:clr>
        </p15:guide>
        <p15:guide id="43" orient="horz" pos="1320" userDrawn="1">
          <p15:clr>
            <a:srgbClr val="F26B43"/>
          </p15:clr>
        </p15:guide>
        <p15:guide id="44" orient="horz" pos="1530" userDrawn="1">
          <p15:clr>
            <a:srgbClr val="F26B43"/>
          </p15:clr>
        </p15:guide>
        <p15:guide id="45" orient="horz" pos="1740" userDrawn="1">
          <p15:clr>
            <a:srgbClr val="F26B43"/>
          </p15:clr>
        </p15:guide>
        <p15:guide id="46" orient="horz" pos="1950" userDrawn="1">
          <p15:clr>
            <a:srgbClr val="F26B43"/>
          </p15:clr>
        </p15:guide>
        <p15:guide id="47" orient="horz" pos="2160" userDrawn="1">
          <p15:clr>
            <a:srgbClr val="F26B43"/>
          </p15:clr>
        </p15:guide>
        <p15:guide id="48" orient="horz" pos="2369" userDrawn="1">
          <p15:clr>
            <a:srgbClr val="F26B43"/>
          </p15:clr>
        </p15:guide>
        <p15:guide id="49" orient="horz" pos="2579" userDrawn="1">
          <p15:clr>
            <a:srgbClr val="F26B43"/>
          </p15:clr>
        </p15:guide>
        <p15:guide id="50" orient="horz" pos="2789" userDrawn="1">
          <p15:clr>
            <a:srgbClr val="F26B43"/>
          </p15:clr>
        </p15:guide>
        <p15:guide id="51" orient="horz" pos="2999" userDrawn="1">
          <p15:clr>
            <a:srgbClr val="F26B43"/>
          </p15:clr>
        </p15:guide>
        <p15:guide id="52" orient="horz" pos="3208" userDrawn="1">
          <p15:clr>
            <a:srgbClr val="F26B43"/>
          </p15:clr>
        </p15:guide>
        <p15:guide id="53" orient="horz" pos="3418" userDrawn="1">
          <p15:clr>
            <a:srgbClr val="F26B43"/>
          </p15:clr>
        </p15:guide>
        <p15:guide id="54" orient="horz" pos="3628" userDrawn="1">
          <p15:clr>
            <a:srgbClr val="F26B43"/>
          </p15:clr>
        </p15:guide>
        <p15:guide id="55" orient="horz" pos="3838" userDrawn="1">
          <p15:clr>
            <a:srgbClr val="F26B43"/>
          </p15:clr>
        </p15:guide>
        <p15:guide id="56" orient="horz" pos="4047" userDrawn="1">
          <p15:clr>
            <a:srgbClr val="F26B43"/>
          </p15:clr>
        </p15:guide>
        <p15:guide id="57" pos="75" userDrawn="1">
          <p15:clr>
            <a:srgbClr val="F26B43"/>
          </p15:clr>
        </p15:guide>
        <p15:guide id="58" pos="7491" userDrawn="1">
          <p15:clr>
            <a:srgbClr val="F26B43"/>
          </p15:clr>
        </p15:guide>
        <p15:guide id="59" orient="horz" pos="73" userDrawn="1">
          <p15:clr>
            <a:srgbClr val="F26B43"/>
          </p15:clr>
        </p15:guide>
        <p15:guide id="60" orient="horz" pos="4247" userDrawn="1">
          <p15:clr>
            <a:srgbClr val="F26B43"/>
          </p15:clr>
        </p15:guide>
        <p15:guide id="61" pos="175" userDrawn="1">
          <p15:clr>
            <a:srgbClr val="F26B43"/>
          </p15:clr>
        </p15:guide>
        <p15:guide id="62" pos="7605" userDrawn="1">
          <p15:clr>
            <a:srgbClr val="F26B43"/>
          </p15:clr>
        </p15:guide>
        <p15:guide id="63" orient="horz" pos="413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726FD-F895-0DCB-2661-B376182C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3" y="763588"/>
            <a:ext cx="11129135" cy="465103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en-US" dirty="0"/>
              <a:t>Slide title 48pt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96227-6D01-87AC-A780-C0CDA9B1F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799" y="2095500"/>
            <a:ext cx="11326813" cy="3663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Body Copy 22pt</a:t>
            </a:r>
          </a:p>
          <a:p>
            <a:pPr lvl="1"/>
            <a:r>
              <a:rPr lang="en-US" dirty="0"/>
              <a:t>Bullet 22pt</a:t>
            </a:r>
          </a:p>
          <a:p>
            <a:pPr lvl="2"/>
            <a:r>
              <a:rPr lang="en-US" dirty="0"/>
              <a:t>Subheading 24pt </a:t>
            </a:r>
          </a:p>
          <a:p>
            <a:pPr lvl="3"/>
            <a:r>
              <a:rPr lang="en-US" dirty="0"/>
              <a:t>Intro text 32pt </a:t>
            </a:r>
          </a:p>
          <a:p>
            <a:pPr lvl="4"/>
            <a:r>
              <a:rPr lang="en-US" dirty="0"/>
              <a:t>Bold Copy 22pt</a:t>
            </a:r>
          </a:p>
          <a:p>
            <a:pPr lvl="5"/>
            <a:r>
              <a:rPr lang="en-US" dirty="0"/>
              <a:t>Nested Bullet 22 pt</a:t>
            </a:r>
          </a:p>
          <a:p>
            <a:pPr lvl="6"/>
            <a:r>
              <a:rPr lang="en-US" dirty="0"/>
              <a:t>Key Paragraph 28pt</a:t>
            </a:r>
          </a:p>
          <a:p>
            <a:pPr lvl="7"/>
            <a:r>
              <a:rPr lang="en-US" dirty="0"/>
              <a:t>Bold Paragraph 28pt </a:t>
            </a:r>
          </a:p>
          <a:p>
            <a:pPr lvl="8"/>
            <a:r>
              <a:rPr lang="en-US" dirty="0"/>
              <a:t>Footer 14 pt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8D94-D66B-90F9-6A84-05282053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8613" y="115887"/>
            <a:ext cx="288029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fld id="{CD602E07-C281-4409-A9EA-EC31ABE69032}" type="slidenum">
              <a:rPr lang="en-GB" smtClean="0"/>
              <a:pPr/>
              <a:t>‹#›</a:t>
            </a:fld>
            <a:endParaRPr lang="en-GB" sz="1200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D03BBA4-709C-18F8-9986-55F5AEBDEA54}"/>
              </a:ext>
            </a:extLst>
          </p:cNvPr>
          <p:cNvSpPr/>
          <p:nvPr userDrawn="1"/>
        </p:nvSpPr>
        <p:spPr>
          <a:xfrm>
            <a:off x="127419" y="510307"/>
            <a:ext cx="11937387" cy="0"/>
          </a:xfrm>
          <a:custGeom>
            <a:avLst/>
            <a:gdLst/>
            <a:ahLst/>
            <a:cxnLst/>
            <a:rect l="l" t="t" r="r" b="b"/>
            <a:pathLst>
              <a:path w="19685635">
                <a:moveTo>
                  <a:pt x="0" y="0"/>
                </a:moveTo>
                <a:lnTo>
                  <a:pt x="196852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CBCF123-88EC-2D75-DDC2-DF654ABC1673}"/>
              </a:ext>
            </a:extLst>
          </p:cNvPr>
          <p:cNvSpPr/>
          <p:nvPr userDrawn="1"/>
        </p:nvSpPr>
        <p:spPr>
          <a:xfrm>
            <a:off x="478824" y="191457"/>
            <a:ext cx="753956" cy="175204"/>
          </a:xfrm>
          <a:custGeom>
            <a:avLst/>
            <a:gdLst/>
            <a:ahLst/>
            <a:cxnLst/>
            <a:rect l="l" t="t" r="r" b="b"/>
            <a:pathLst>
              <a:path w="1243330" h="288925">
                <a:moveTo>
                  <a:pt x="39223" y="4994"/>
                </a:moveTo>
                <a:lnTo>
                  <a:pt x="0" y="4994"/>
                </a:lnTo>
                <a:lnTo>
                  <a:pt x="0" y="170361"/>
                </a:lnTo>
                <a:lnTo>
                  <a:pt x="6495" y="225537"/>
                </a:lnTo>
                <a:lnTo>
                  <a:pt x="26582" y="262179"/>
                </a:lnTo>
                <a:lnTo>
                  <a:pt x="61163" y="282523"/>
                </a:lnTo>
                <a:lnTo>
                  <a:pt x="111137" y="288807"/>
                </a:lnTo>
                <a:lnTo>
                  <a:pt x="162919" y="281285"/>
                </a:lnTo>
                <a:lnTo>
                  <a:pt x="197719" y="258621"/>
                </a:lnTo>
                <a:lnTo>
                  <a:pt x="199605" y="254966"/>
                </a:lnTo>
                <a:lnTo>
                  <a:pt x="111137" y="254966"/>
                </a:lnTo>
                <a:lnTo>
                  <a:pt x="77840" y="250140"/>
                </a:lnTo>
                <a:lnTo>
                  <a:pt x="55571" y="235401"/>
                </a:lnTo>
                <a:lnTo>
                  <a:pt x="43106" y="210350"/>
                </a:lnTo>
                <a:lnTo>
                  <a:pt x="39223" y="174591"/>
                </a:lnTo>
                <a:lnTo>
                  <a:pt x="39223" y="4994"/>
                </a:lnTo>
                <a:close/>
              </a:path>
              <a:path w="1243330" h="288925">
                <a:moveTo>
                  <a:pt x="223438" y="4994"/>
                </a:moveTo>
                <a:lnTo>
                  <a:pt x="184214" y="4994"/>
                </a:lnTo>
                <a:lnTo>
                  <a:pt x="184214" y="170361"/>
                </a:lnTo>
                <a:lnTo>
                  <a:pt x="180314" y="206781"/>
                </a:lnTo>
                <a:lnTo>
                  <a:pt x="167725" y="233286"/>
                </a:lnTo>
                <a:lnTo>
                  <a:pt x="145111" y="249479"/>
                </a:lnTo>
                <a:lnTo>
                  <a:pt x="111137" y="254966"/>
                </a:lnTo>
                <a:lnTo>
                  <a:pt x="199605" y="254966"/>
                </a:lnTo>
                <a:lnTo>
                  <a:pt x="217302" y="220669"/>
                </a:lnTo>
                <a:lnTo>
                  <a:pt x="223438" y="167282"/>
                </a:lnTo>
                <a:lnTo>
                  <a:pt x="223438" y="4994"/>
                </a:lnTo>
                <a:close/>
              </a:path>
              <a:path w="1243330" h="288925">
                <a:moveTo>
                  <a:pt x="313037" y="4994"/>
                </a:moveTo>
                <a:lnTo>
                  <a:pt x="273813" y="4994"/>
                </a:lnTo>
                <a:lnTo>
                  <a:pt x="273813" y="283802"/>
                </a:lnTo>
                <a:lnTo>
                  <a:pt x="313037" y="283802"/>
                </a:lnTo>
                <a:lnTo>
                  <a:pt x="313037" y="196130"/>
                </a:lnTo>
                <a:lnTo>
                  <a:pt x="356879" y="147670"/>
                </a:lnTo>
                <a:lnTo>
                  <a:pt x="403714" y="147670"/>
                </a:lnTo>
                <a:lnTo>
                  <a:pt x="402092" y="145367"/>
                </a:lnTo>
                <a:lnTo>
                  <a:pt x="313037" y="145367"/>
                </a:lnTo>
                <a:lnTo>
                  <a:pt x="313037" y="4994"/>
                </a:lnTo>
                <a:close/>
              </a:path>
              <a:path w="1243330" h="288925">
                <a:moveTo>
                  <a:pt x="403714" y="147670"/>
                </a:moveTo>
                <a:lnTo>
                  <a:pt x="356879" y="147670"/>
                </a:lnTo>
                <a:lnTo>
                  <a:pt x="452635" y="283802"/>
                </a:lnTo>
                <a:lnTo>
                  <a:pt x="499555" y="283802"/>
                </a:lnTo>
                <a:lnTo>
                  <a:pt x="403714" y="147670"/>
                </a:lnTo>
                <a:close/>
              </a:path>
              <a:path w="1243330" h="288925">
                <a:moveTo>
                  <a:pt x="487639" y="4994"/>
                </a:moveTo>
                <a:lnTo>
                  <a:pt x="438792" y="4994"/>
                </a:lnTo>
                <a:lnTo>
                  <a:pt x="313037" y="145367"/>
                </a:lnTo>
                <a:lnTo>
                  <a:pt x="402092" y="145367"/>
                </a:lnTo>
                <a:lnTo>
                  <a:pt x="383412" y="118834"/>
                </a:lnTo>
                <a:lnTo>
                  <a:pt x="487639" y="4994"/>
                </a:lnTo>
                <a:close/>
              </a:path>
              <a:path w="1243330" h="288925">
                <a:moveTo>
                  <a:pt x="630692" y="0"/>
                </a:moveTo>
                <a:lnTo>
                  <a:pt x="587086" y="6688"/>
                </a:lnTo>
                <a:lnTo>
                  <a:pt x="551180" y="25818"/>
                </a:lnTo>
                <a:lnTo>
                  <a:pt x="524117" y="55986"/>
                </a:lnTo>
                <a:lnTo>
                  <a:pt x="507040" y="95790"/>
                </a:lnTo>
                <a:lnTo>
                  <a:pt x="501094" y="143828"/>
                </a:lnTo>
                <a:lnTo>
                  <a:pt x="506546" y="191167"/>
                </a:lnTo>
                <a:lnTo>
                  <a:pt x="506572" y="191394"/>
                </a:lnTo>
                <a:lnTo>
                  <a:pt x="522590" y="231410"/>
                </a:lnTo>
                <a:lnTo>
                  <a:pt x="548520" y="262141"/>
                </a:lnTo>
                <a:lnTo>
                  <a:pt x="583737" y="281852"/>
                </a:lnTo>
                <a:lnTo>
                  <a:pt x="627614" y="288807"/>
                </a:lnTo>
                <a:lnTo>
                  <a:pt x="670222" y="282799"/>
                </a:lnTo>
                <a:lnTo>
                  <a:pt x="706016" y="264965"/>
                </a:lnTo>
                <a:lnTo>
                  <a:pt x="714428" y="255740"/>
                </a:lnTo>
                <a:lnTo>
                  <a:pt x="629917" y="255740"/>
                </a:lnTo>
                <a:lnTo>
                  <a:pt x="594136" y="248205"/>
                </a:lnTo>
                <a:lnTo>
                  <a:pt x="566032" y="226320"/>
                </a:lnTo>
                <a:lnTo>
                  <a:pt x="547781" y="191394"/>
                </a:lnTo>
                <a:lnTo>
                  <a:pt x="547662" y="191167"/>
                </a:lnTo>
                <a:lnTo>
                  <a:pt x="541083" y="143828"/>
                </a:lnTo>
                <a:lnTo>
                  <a:pt x="547861" y="96019"/>
                </a:lnTo>
                <a:lnTo>
                  <a:pt x="566465" y="61334"/>
                </a:lnTo>
                <a:lnTo>
                  <a:pt x="594299" y="40206"/>
                </a:lnTo>
                <a:lnTo>
                  <a:pt x="628766" y="33067"/>
                </a:lnTo>
                <a:lnTo>
                  <a:pt x="713229" y="33067"/>
                </a:lnTo>
                <a:lnTo>
                  <a:pt x="705776" y="24564"/>
                </a:lnTo>
                <a:lnTo>
                  <a:pt x="671443" y="6279"/>
                </a:lnTo>
                <a:lnTo>
                  <a:pt x="630692" y="0"/>
                </a:lnTo>
                <a:close/>
              </a:path>
              <a:path w="1243330" h="288925">
                <a:moveTo>
                  <a:pt x="748364" y="194978"/>
                </a:moveTo>
                <a:lnTo>
                  <a:pt x="710292" y="194978"/>
                </a:lnTo>
                <a:lnTo>
                  <a:pt x="700279" y="219557"/>
                </a:lnTo>
                <a:lnTo>
                  <a:pt x="683522" y="238768"/>
                </a:lnTo>
                <a:lnTo>
                  <a:pt x="660056" y="251275"/>
                </a:lnTo>
                <a:lnTo>
                  <a:pt x="629917" y="255740"/>
                </a:lnTo>
                <a:lnTo>
                  <a:pt x="714428" y="255740"/>
                </a:lnTo>
                <a:lnTo>
                  <a:pt x="732797" y="235595"/>
                </a:lnTo>
                <a:lnTo>
                  <a:pt x="748364" y="194978"/>
                </a:lnTo>
                <a:close/>
              </a:path>
              <a:path w="1243330" h="288925">
                <a:moveTo>
                  <a:pt x="713229" y="33067"/>
                </a:moveTo>
                <a:lnTo>
                  <a:pt x="628766" y="33067"/>
                </a:lnTo>
                <a:lnTo>
                  <a:pt x="658788" y="37640"/>
                </a:lnTo>
                <a:lnTo>
                  <a:pt x="682318" y="50325"/>
                </a:lnTo>
                <a:lnTo>
                  <a:pt x="699069" y="69572"/>
                </a:lnTo>
                <a:lnTo>
                  <a:pt x="708753" y="93829"/>
                </a:lnTo>
                <a:lnTo>
                  <a:pt x="746825" y="93829"/>
                </a:lnTo>
                <a:lnTo>
                  <a:pt x="731601" y="54024"/>
                </a:lnTo>
                <a:lnTo>
                  <a:pt x="713229" y="33067"/>
                </a:lnTo>
                <a:close/>
              </a:path>
              <a:path w="1243330" h="288925">
                <a:moveTo>
                  <a:pt x="975268" y="4994"/>
                </a:moveTo>
                <a:lnTo>
                  <a:pt x="786059" y="4994"/>
                </a:lnTo>
                <a:lnTo>
                  <a:pt x="786059" y="283802"/>
                </a:lnTo>
                <a:lnTo>
                  <a:pt x="975268" y="283802"/>
                </a:lnTo>
                <a:lnTo>
                  <a:pt x="975268" y="249971"/>
                </a:lnTo>
                <a:lnTo>
                  <a:pt x="825283" y="249971"/>
                </a:lnTo>
                <a:lnTo>
                  <a:pt x="825283" y="157283"/>
                </a:lnTo>
                <a:lnTo>
                  <a:pt x="966420" y="157283"/>
                </a:lnTo>
                <a:lnTo>
                  <a:pt x="966420" y="123441"/>
                </a:lnTo>
                <a:lnTo>
                  <a:pt x="825283" y="123441"/>
                </a:lnTo>
                <a:lnTo>
                  <a:pt x="825283" y="38836"/>
                </a:lnTo>
                <a:lnTo>
                  <a:pt x="975268" y="38836"/>
                </a:lnTo>
                <a:lnTo>
                  <a:pt x="975268" y="4994"/>
                </a:lnTo>
                <a:close/>
              </a:path>
              <a:path w="1243330" h="288925">
                <a:moveTo>
                  <a:pt x="1057171" y="4994"/>
                </a:moveTo>
                <a:lnTo>
                  <a:pt x="1017948" y="4994"/>
                </a:lnTo>
                <a:lnTo>
                  <a:pt x="1017948" y="283802"/>
                </a:lnTo>
                <a:lnTo>
                  <a:pt x="1057171" y="283802"/>
                </a:lnTo>
                <a:lnTo>
                  <a:pt x="1057171" y="157283"/>
                </a:lnTo>
                <a:lnTo>
                  <a:pt x="1242925" y="157283"/>
                </a:lnTo>
                <a:lnTo>
                  <a:pt x="1242925" y="123441"/>
                </a:lnTo>
                <a:lnTo>
                  <a:pt x="1057171" y="123441"/>
                </a:lnTo>
                <a:lnTo>
                  <a:pt x="1057171" y="4994"/>
                </a:lnTo>
                <a:close/>
              </a:path>
              <a:path w="1243330" h="288925">
                <a:moveTo>
                  <a:pt x="1242925" y="157283"/>
                </a:moveTo>
                <a:lnTo>
                  <a:pt x="1203701" y="157283"/>
                </a:lnTo>
                <a:lnTo>
                  <a:pt x="1203701" y="283802"/>
                </a:lnTo>
                <a:lnTo>
                  <a:pt x="1242925" y="283802"/>
                </a:lnTo>
                <a:lnTo>
                  <a:pt x="1242925" y="157283"/>
                </a:lnTo>
                <a:close/>
              </a:path>
              <a:path w="1243330" h="288925">
                <a:moveTo>
                  <a:pt x="1242925" y="4994"/>
                </a:moveTo>
                <a:lnTo>
                  <a:pt x="1203701" y="4994"/>
                </a:lnTo>
                <a:lnTo>
                  <a:pt x="1203701" y="123441"/>
                </a:lnTo>
                <a:lnTo>
                  <a:pt x="1242925" y="123441"/>
                </a:lnTo>
                <a:lnTo>
                  <a:pt x="1242925" y="4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606CEC5C-AC75-D51B-259A-62CC66B06B18}"/>
              </a:ext>
            </a:extLst>
          </p:cNvPr>
          <p:cNvSpPr/>
          <p:nvPr userDrawn="1"/>
        </p:nvSpPr>
        <p:spPr>
          <a:xfrm>
            <a:off x="143595" y="135785"/>
            <a:ext cx="288028" cy="288028"/>
          </a:xfrm>
          <a:custGeom>
            <a:avLst/>
            <a:gdLst/>
            <a:ahLst/>
            <a:cxnLst/>
            <a:rect l="l" t="t" r="r" b="b"/>
            <a:pathLst>
              <a:path w="474980" h="474980">
                <a:moveTo>
                  <a:pt x="62826" y="237299"/>
                </a:moveTo>
                <a:lnTo>
                  <a:pt x="60350" y="225069"/>
                </a:lnTo>
                <a:lnTo>
                  <a:pt x="53619" y="215087"/>
                </a:lnTo>
                <a:lnTo>
                  <a:pt x="43637" y="208356"/>
                </a:lnTo>
                <a:lnTo>
                  <a:pt x="31407" y="205879"/>
                </a:lnTo>
                <a:lnTo>
                  <a:pt x="19177" y="208356"/>
                </a:lnTo>
                <a:lnTo>
                  <a:pt x="9194" y="215087"/>
                </a:lnTo>
                <a:lnTo>
                  <a:pt x="2463" y="225069"/>
                </a:lnTo>
                <a:lnTo>
                  <a:pt x="0" y="237299"/>
                </a:lnTo>
                <a:lnTo>
                  <a:pt x="2463" y="249516"/>
                </a:lnTo>
                <a:lnTo>
                  <a:pt x="9194" y="259499"/>
                </a:lnTo>
                <a:lnTo>
                  <a:pt x="19177" y="266230"/>
                </a:lnTo>
                <a:lnTo>
                  <a:pt x="31407" y="268693"/>
                </a:lnTo>
                <a:lnTo>
                  <a:pt x="43637" y="266230"/>
                </a:lnTo>
                <a:lnTo>
                  <a:pt x="53619" y="259499"/>
                </a:lnTo>
                <a:lnTo>
                  <a:pt x="60350" y="249516"/>
                </a:lnTo>
                <a:lnTo>
                  <a:pt x="62826" y="237299"/>
                </a:lnTo>
                <a:close/>
              </a:path>
              <a:path w="474980" h="474980">
                <a:moveTo>
                  <a:pt x="90170" y="336346"/>
                </a:moveTo>
                <a:lnTo>
                  <a:pt x="86194" y="324523"/>
                </a:lnTo>
                <a:lnTo>
                  <a:pt x="77939" y="315175"/>
                </a:lnTo>
                <a:lnTo>
                  <a:pt x="67119" y="309892"/>
                </a:lnTo>
                <a:lnTo>
                  <a:pt x="55118" y="309054"/>
                </a:lnTo>
                <a:lnTo>
                  <a:pt x="43294" y="313029"/>
                </a:lnTo>
                <a:lnTo>
                  <a:pt x="33934" y="321284"/>
                </a:lnTo>
                <a:lnTo>
                  <a:pt x="28651" y="332105"/>
                </a:lnTo>
                <a:lnTo>
                  <a:pt x="27813" y="344106"/>
                </a:lnTo>
                <a:lnTo>
                  <a:pt x="31788" y="355930"/>
                </a:lnTo>
                <a:lnTo>
                  <a:pt x="40043" y="365290"/>
                </a:lnTo>
                <a:lnTo>
                  <a:pt x="50863" y="370560"/>
                </a:lnTo>
                <a:lnTo>
                  <a:pt x="62877" y="371398"/>
                </a:lnTo>
                <a:lnTo>
                  <a:pt x="74701" y="367423"/>
                </a:lnTo>
                <a:lnTo>
                  <a:pt x="84048" y="359181"/>
                </a:lnTo>
                <a:lnTo>
                  <a:pt x="89331" y="348361"/>
                </a:lnTo>
                <a:lnTo>
                  <a:pt x="90170" y="336346"/>
                </a:lnTo>
                <a:close/>
              </a:path>
              <a:path w="474980" h="474980">
                <a:moveTo>
                  <a:pt x="90170" y="138239"/>
                </a:moveTo>
                <a:lnTo>
                  <a:pt x="89331" y="126225"/>
                </a:lnTo>
                <a:lnTo>
                  <a:pt x="84048" y="115404"/>
                </a:lnTo>
                <a:lnTo>
                  <a:pt x="74701" y="107149"/>
                </a:lnTo>
                <a:lnTo>
                  <a:pt x="62877" y="103174"/>
                </a:lnTo>
                <a:lnTo>
                  <a:pt x="50863" y="104013"/>
                </a:lnTo>
                <a:lnTo>
                  <a:pt x="40043" y="109296"/>
                </a:lnTo>
                <a:lnTo>
                  <a:pt x="31800" y="118656"/>
                </a:lnTo>
                <a:lnTo>
                  <a:pt x="27813" y="130479"/>
                </a:lnTo>
                <a:lnTo>
                  <a:pt x="28651" y="142481"/>
                </a:lnTo>
                <a:lnTo>
                  <a:pt x="33934" y="153301"/>
                </a:lnTo>
                <a:lnTo>
                  <a:pt x="43281" y="161556"/>
                </a:lnTo>
                <a:lnTo>
                  <a:pt x="55105" y="165519"/>
                </a:lnTo>
                <a:lnTo>
                  <a:pt x="67119" y="164693"/>
                </a:lnTo>
                <a:lnTo>
                  <a:pt x="77939" y="159410"/>
                </a:lnTo>
                <a:lnTo>
                  <a:pt x="86194" y="150050"/>
                </a:lnTo>
                <a:lnTo>
                  <a:pt x="90170" y="138239"/>
                </a:lnTo>
                <a:close/>
              </a:path>
              <a:path w="474980" h="474980">
                <a:moveTo>
                  <a:pt x="141947" y="237286"/>
                </a:moveTo>
                <a:lnTo>
                  <a:pt x="140106" y="228117"/>
                </a:lnTo>
                <a:lnTo>
                  <a:pt x="135051" y="220637"/>
                </a:lnTo>
                <a:lnTo>
                  <a:pt x="127571" y="215582"/>
                </a:lnTo>
                <a:lnTo>
                  <a:pt x="118402" y="213741"/>
                </a:lnTo>
                <a:lnTo>
                  <a:pt x="109232" y="215582"/>
                </a:lnTo>
                <a:lnTo>
                  <a:pt x="101752" y="220637"/>
                </a:lnTo>
                <a:lnTo>
                  <a:pt x="96697" y="228117"/>
                </a:lnTo>
                <a:lnTo>
                  <a:pt x="94856" y="237286"/>
                </a:lnTo>
                <a:lnTo>
                  <a:pt x="96697" y="246456"/>
                </a:lnTo>
                <a:lnTo>
                  <a:pt x="101752" y="253949"/>
                </a:lnTo>
                <a:lnTo>
                  <a:pt x="109232" y="258991"/>
                </a:lnTo>
                <a:lnTo>
                  <a:pt x="118402" y="260845"/>
                </a:lnTo>
                <a:lnTo>
                  <a:pt x="127571" y="258991"/>
                </a:lnTo>
                <a:lnTo>
                  <a:pt x="135051" y="253949"/>
                </a:lnTo>
                <a:lnTo>
                  <a:pt x="140106" y="246456"/>
                </a:lnTo>
                <a:lnTo>
                  <a:pt x="141947" y="237286"/>
                </a:lnTo>
                <a:close/>
              </a:path>
              <a:path w="474980" h="474980">
                <a:moveTo>
                  <a:pt x="165519" y="419468"/>
                </a:moveTo>
                <a:lnTo>
                  <a:pt x="164680" y="407454"/>
                </a:lnTo>
                <a:lnTo>
                  <a:pt x="159397" y="396633"/>
                </a:lnTo>
                <a:lnTo>
                  <a:pt x="150050" y="388378"/>
                </a:lnTo>
                <a:lnTo>
                  <a:pt x="138226" y="384403"/>
                </a:lnTo>
                <a:lnTo>
                  <a:pt x="126212" y="385241"/>
                </a:lnTo>
                <a:lnTo>
                  <a:pt x="115392" y="390525"/>
                </a:lnTo>
                <a:lnTo>
                  <a:pt x="107149" y="399884"/>
                </a:lnTo>
                <a:lnTo>
                  <a:pt x="103174" y="411708"/>
                </a:lnTo>
                <a:lnTo>
                  <a:pt x="104013" y="423710"/>
                </a:lnTo>
                <a:lnTo>
                  <a:pt x="109296" y="434530"/>
                </a:lnTo>
                <a:lnTo>
                  <a:pt x="118643" y="442785"/>
                </a:lnTo>
                <a:lnTo>
                  <a:pt x="130467" y="446760"/>
                </a:lnTo>
                <a:lnTo>
                  <a:pt x="142481" y="445922"/>
                </a:lnTo>
                <a:lnTo>
                  <a:pt x="153301" y="440639"/>
                </a:lnTo>
                <a:lnTo>
                  <a:pt x="161544" y="431292"/>
                </a:lnTo>
                <a:lnTo>
                  <a:pt x="165519" y="419468"/>
                </a:lnTo>
                <a:close/>
              </a:path>
              <a:path w="474980" h="474980">
                <a:moveTo>
                  <a:pt x="165519" y="55118"/>
                </a:moveTo>
                <a:lnTo>
                  <a:pt x="161544" y="43294"/>
                </a:lnTo>
                <a:lnTo>
                  <a:pt x="153301" y="33947"/>
                </a:lnTo>
                <a:lnTo>
                  <a:pt x="142481" y="28663"/>
                </a:lnTo>
                <a:lnTo>
                  <a:pt x="130467" y="27825"/>
                </a:lnTo>
                <a:lnTo>
                  <a:pt x="118643" y="31800"/>
                </a:lnTo>
                <a:lnTo>
                  <a:pt x="109296" y="40043"/>
                </a:lnTo>
                <a:lnTo>
                  <a:pt x="104013" y="50876"/>
                </a:lnTo>
                <a:lnTo>
                  <a:pt x="103174" y="62890"/>
                </a:lnTo>
                <a:lnTo>
                  <a:pt x="107149" y="74714"/>
                </a:lnTo>
                <a:lnTo>
                  <a:pt x="115404" y="84061"/>
                </a:lnTo>
                <a:lnTo>
                  <a:pt x="126212" y="89331"/>
                </a:lnTo>
                <a:lnTo>
                  <a:pt x="138226" y="90170"/>
                </a:lnTo>
                <a:lnTo>
                  <a:pt x="150050" y="86194"/>
                </a:lnTo>
                <a:lnTo>
                  <a:pt x="159410" y="77952"/>
                </a:lnTo>
                <a:lnTo>
                  <a:pt x="164680" y="67132"/>
                </a:lnTo>
                <a:lnTo>
                  <a:pt x="165519" y="55118"/>
                </a:lnTo>
                <a:close/>
              </a:path>
              <a:path w="474980" h="474980">
                <a:moveTo>
                  <a:pt x="176771" y="321348"/>
                </a:moveTo>
                <a:lnTo>
                  <a:pt x="175056" y="312483"/>
                </a:lnTo>
                <a:lnTo>
                  <a:pt x="169875" y="304698"/>
                </a:lnTo>
                <a:lnTo>
                  <a:pt x="162077" y="299529"/>
                </a:lnTo>
                <a:lnTo>
                  <a:pt x="153225" y="297802"/>
                </a:lnTo>
                <a:lnTo>
                  <a:pt x="144360" y="299529"/>
                </a:lnTo>
                <a:lnTo>
                  <a:pt x="136563" y="304698"/>
                </a:lnTo>
                <a:lnTo>
                  <a:pt x="131394" y="312483"/>
                </a:lnTo>
                <a:lnTo>
                  <a:pt x="129667" y="321348"/>
                </a:lnTo>
                <a:lnTo>
                  <a:pt x="131394" y="330212"/>
                </a:lnTo>
                <a:lnTo>
                  <a:pt x="136563" y="338010"/>
                </a:lnTo>
                <a:lnTo>
                  <a:pt x="144360" y="343179"/>
                </a:lnTo>
                <a:lnTo>
                  <a:pt x="153225" y="344906"/>
                </a:lnTo>
                <a:lnTo>
                  <a:pt x="162077" y="343179"/>
                </a:lnTo>
                <a:lnTo>
                  <a:pt x="169875" y="338010"/>
                </a:lnTo>
                <a:lnTo>
                  <a:pt x="175056" y="330212"/>
                </a:lnTo>
                <a:lnTo>
                  <a:pt x="176771" y="321348"/>
                </a:lnTo>
                <a:close/>
              </a:path>
              <a:path w="474980" h="474980">
                <a:moveTo>
                  <a:pt x="176784" y="153225"/>
                </a:moveTo>
                <a:lnTo>
                  <a:pt x="175056" y="144360"/>
                </a:lnTo>
                <a:lnTo>
                  <a:pt x="169875" y="136575"/>
                </a:lnTo>
                <a:lnTo>
                  <a:pt x="162090" y="131394"/>
                </a:lnTo>
                <a:lnTo>
                  <a:pt x="153225" y="129679"/>
                </a:lnTo>
                <a:lnTo>
                  <a:pt x="144360" y="131394"/>
                </a:lnTo>
                <a:lnTo>
                  <a:pt x="136575" y="136575"/>
                </a:lnTo>
                <a:lnTo>
                  <a:pt x="131394" y="144360"/>
                </a:lnTo>
                <a:lnTo>
                  <a:pt x="129667" y="153225"/>
                </a:lnTo>
                <a:lnTo>
                  <a:pt x="131394" y="162090"/>
                </a:lnTo>
                <a:lnTo>
                  <a:pt x="136575" y="169875"/>
                </a:lnTo>
                <a:lnTo>
                  <a:pt x="144360" y="175056"/>
                </a:lnTo>
                <a:lnTo>
                  <a:pt x="153225" y="176784"/>
                </a:lnTo>
                <a:lnTo>
                  <a:pt x="162090" y="175056"/>
                </a:lnTo>
                <a:lnTo>
                  <a:pt x="169875" y="169875"/>
                </a:lnTo>
                <a:lnTo>
                  <a:pt x="175056" y="162090"/>
                </a:lnTo>
                <a:lnTo>
                  <a:pt x="176784" y="153225"/>
                </a:lnTo>
                <a:close/>
              </a:path>
              <a:path w="474980" h="474980">
                <a:moveTo>
                  <a:pt x="209016" y="261874"/>
                </a:moveTo>
                <a:lnTo>
                  <a:pt x="201853" y="249478"/>
                </a:lnTo>
                <a:lnTo>
                  <a:pt x="193941" y="247357"/>
                </a:lnTo>
                <a:lnTo>
                  <a:pt x="187744" y="250939"/>
                </a:lnTo>
                <a:lnTo>
                  <a:pt x="181546" y="254520"/>
                </a:lnTo>
                <a:lnTo>
                  <a:pt x="179412" y="262432"/>
                </a:lnTo>
                <a:lnTo>
                  <a:pt x="186575" y="274828"/>
                </a:lnTo>
                <a:lnTo>
                  <a:pt x="194500" y="276961"/>
                </a:lnTo>
                <a:lnTo>
                  <a:pt x="206895" y="269798"/>
                </a:lnTo>
                <a:lnTo>
                  <a:pt x="209016" y="261874"/>
                </a:lnTo>
                <a:close/>
              </a:path>
              <a:path w="474980" h="474980">
                <a:moveTo>
                  <a:pt x="209016" y="212699"/>
                </a:moveTo>
                <a:lnTo>
                  <a:pt x="206895" y="204787"/>
                </a:lnTo>
                <a:lnTo>
                  <a:pt x="200698" y="201206"/>
                </a:lnTo>
                <a:lnTo>
                  <a:pt x="194500" y="197624"/>
                </a:lnTo>
                <a:lnTo>
                  <a:pt x="186575" y="199745"/>
                </a:lnTo>
                <a:lnTo>
                  <a:pt x="179425" y="212153"/>
                </a:lnTo>
                <a:lnTo>
                  <a:pt x="181546" y="220078"/>
                </a:lnTo>
                <a:lnTo>
                  <a:pt x="193941" y="227228"/>
                </a:lnTo>
                <a:lnTo>
                  <a:pt x="201853" y="225107"/>
                </a:lnTo>
                <a:lnTo>
                  <a:pt x="209016" y="212699"/>
                </a:lnTo>
                <a:close/>
              </a:path>
              <a:path w="474980" h="474980">
                <a:moveTo>
                  <a:pt x="250240" y="279869"/>
                </a:moveTo>
                <a:lnTo>
                  <a:pt x="244449" y="274066"/>
                </a:lnTo>
                <a:lnTo>
                  <a:pt x="230136" y="274066"/>
                </a:lnTo>
                <a:lnTo>
                  <a:pt x="224332" y="279869"/>
                </a:lnTo>
                <a:lnTo>
                  <a:pt x="224332" y="287020"/>
                </a:lnTo>
                <a:lnTo>
                  <a:pt x="224332" y="294170"/>
                </a:lnTo>
                <a:lnTo>
                  <a:pt x="230136" y="299974"/>
                </a:lnTo>
                <a:lnTo>
                  <a:pt x="244449" y="299974"/>
                </a:lnTo>
                <a:lnTo>
                  <a:pt x="250240" y="294170"/>
                </a:lnTo>
                <a:lnTo>
                  <a:pt x="250240" y="279869"/>
                </a:lnTo>
                <a:close/>
              </a:path>
              <a:path w="474980" h="474980">
                <a:moveTo>
                  <a:pt x="250240" y="180416"/>
                </a:moveTo>
                <a:lnTo>
                  <a:pt x="244436" y="174612"/>
                </a:lnTo>
                <a:lnTo>
                  <a:pt x="230124" y="174612"/>
                </a:lnTo>
                <a:lnTo>
                  <a:pt x="224332" y="180416"/>
                </a:lnTo>
                <a:lnTo>
                  <a:pt x="224332" y="194716"/>
                </a:lnTo>
                <a:lnTo>
                  <a:pt x="230124" y="200520"/>
                </a:lnTo>
                <a:lnTo>
                  <a:pt x="244436" y="200520"/>
                </a:lnTo>
                <a:lnTo>
                  <a:pt x="250240" y="194716"/>
                </a:lnTo>
                <a:lnTo>
                  <a:pt x="250240" y="187566"/>
                </a:lnTo>
                <a:lnTo>
                  <a:pt x="250240" y="180416"/>
                </a:lnTo>
                <a:close/>
              </a:path>
              <a:path w="474980" h="474980">
                <a:moveTo>
                  <a:pt x="260832" y="356171"/>
                </a:moveTo>
                <a:lnTo>
                  <a:pt x="258991" y="347002"/>
                </a:lnTo>
                <a:lnTo>
                  <a:pt x="253936" y="339521"/>
                </a:lnTo>
                <a:lnTo>
                  <a:pt x="246456" y="334479"/>
                </a:lnTo>
                <a:lnTo>
                  <a:pt x="237274" y="332625"/>
                </a:lnTo>
                <a:lnTo>
                  <a:pt x="228117" y="334479"/>
                </a:lnTo>
                <a:lnTo>
                  <a:pt x="220624" y="339521"/>
                </a:lnTo>
                <a:lnTo>
                  <a:pt x="215582" y="347002"/>
                </a:lnTo>
                <a:lnTo>
                  <a:pt x="213728" y="356171"/>
                </a:lnTo>
                <a:lnTo>
                  <a:pt x="215582" y="365340"/>
                </a:lnTo>
                <a:lnTo>
                  <a:pt x="220624" y="372833"/>
                </a:lnTo>
                <a:lnTo>
                  <a:pt x="228117" y="377875"/>
                </a:lnTo>
                <a:lnTo>
                  <a:pt x="237274" y="379717"/>
                </a:lnTo>
                <a:lnTo>
                  <a:pt x="246456" y="377875"/>
                </a:lnTo>
                <a:lnTo>
                  <a:pt x="253936" y="372833"/>
                </a:lnTo>
                <a:lnTo>
                  <a:pt x="258991" y="365340"/>
                </a:lnTo>
                <a:lnTo>
                  <a:pt x="260832" y="356171"/>
                </a:lnTo>
                <a:close/>
              </a:path>
              <a:path w="474980" h="474980">
                <a:moveTo>
                  <a:pt x="260845" y="118402"/>
                </a:moveTo>
                <a:lnTo>
                  <a:pt x="258991" y="109245"/>
                </a:lnTo>
                <a:lnTo>
                  <a:pt x="253936" y="101752"/>
                </a:lnTo>
                <a:lnTo>
                  <a:pt x="246456" y="96710"/>
                </a:lnTo>
                <a:lnTo>
                  <a:pt x="237286" y="94856"/>
                </a:lnTo>
                <a:lnTo>
                  <a:pt x="228117" y="96710"/>
                </a:lnTo>
                <a:lnTo>
                  <a:pt x="220637" y="101752"/>
                </a:lnTo>
                <a:lnTo>
                  <a:pt x="215582" y="109245"/>
                </a:lnTo>
                <a:lnTo>
                  <a:pt x="213728" y="118402"/>
                </a:lnTo>
                <a:lnTo>
                  <a:pt x="215582" y="127584"/>
                </a:lnTo>
                <a:lnTo>
                  <a:pt x="220637" y="135064"/>
                </a:lnTo>
                <a:lnTo>
                  <a:pt x="228117" y="140119"/>
                </a:lnTo>
                <a:lnTo>
                  <a:pt x="237286" y="141960"/>
                </a:lnTo>
                <a:lnTo>
                  <a:pt x="246456" y="140119"/>
                </a:lnTo>
                <a:lnTo>
                  <a:pt x="253936" y="135064"/>
                </a:lnTo>
                <a:lnTo>
                  <a:pt x="258991" y="127584"/>
                </a:lnTo>
                <a:lnTo>
                  <a:pt x="260845" y="118402"/>
                </a:lnTo>
                <a:close/>
              </a:path>
              <a:path w="474980" h="474980">
                <a:moveTo>
                  <a:pt x="268693" y="443166"/>
                </a:moveTo>
                <a:lnTo>
                  <a:pt x="266230" y="430936"/>
                </a:lnTo>
                <a:lnTo>
                  <a:pt x="259499" y="420954"/>
                </a:lnTo>
                <a:lnTo>
                  <a:pt x="249516" y="414223"/>
                </a:lnTo>
                <a:lnTo>
                  <a:pt x="237286" y="411746"/>
                </a:lnTo>
                <a:lnTo>
                  <a:pt x="225069" y="414223"/>
                </a:lnTo>
                <a:lnTo>
                  <a:pt x="215074" y="420954"/>
                </a:lnTo>
                <a:lnTo>
                  <a:pt x="208343" y="430936"/>
                </a:lnTo>
                <a:lnTo>
                  <a:pt x="205879" y="443166"/>
                </a:lnTo>
                <a:lnTo>
                  <a:pt x="208343" y="455396"/>
                </a:lnTo>
                <a:lnTo>
                  <a:pt x="215074" y="465378"/>
                </a:lnTo>
                <a:lnTo>
                  <a:pt x="225069" y="472109"/>
                </a:lnTo>
                <a:lnTo>
                  <a:pt x="237286" y="474573"/>
                </a:lnTo>
                <a:lnTo>
                  <a:pt x="249516" y="472109"/>
                </a:lnTo>
                <a:lnTo>
                  <a:pt x="259499" y="465378"/>
                </a:lnTo>
                <a:lnTo>
                  <a:pt x="266230" y="455396"/>
                </a:lnTo>
                <a:lnTo>
                  <a:pt x="268693" y="443166"/>
                </a:lnTo>
                <a:close/>
              </a:path>
              <a:path w="474980" h="474980">
                <a:moveTo>
                  <a:pt x="268693" y="31419"/>
                </a:moveTo>
                <a:lnTo>
                  <a:pt x="266230" y="19189"/>
                </a:lnTo>
                <a:lnTo>
                  <a:pt x="259486" y="9207"/>
                </a:lnTo>
                <a:lnTo>
                  <a:pt x="249504" y="2476"/>
                </a:lnTo>
                <a:lnTo>
                  <a:pt x="237274" y="0"/>
                </a:lnTo>
                <a:lnTo>
                  <a:pt x="225056" y="2476"/>
                </a:lnTo>
                <a:lnTo>
                  <a:pt x="215074" y="9207"/>
                </a:lnTo>
                <a:lnTo>
                  <a:pt x="208343" y="19189"/>
                </a:lnTo>
                <a:lnTo>
                  <a:pt x="205879" y="31419"/>
                </a:lnTo>
                <a:lnTo>
                  <a:pt x="208343" y="43649"/>
                </a:lnTo>
                <a:lnTo>
                  <a:pt x="215074" y="53632"/>
                </a:lnTo>
                <a:lnTo>
                  <a:pt x="225056" y="60363"/>
                </a:lnTo>
                <a:lnTo>
                  <a:pt x="237274" y="62826"/>
                </a:lnTo>
                <a:lnTo>
                  <a:pt x="249504" y="60363"/>
                </a:lnTo>
                <a:lnTo>
                  <a:pt x="259486" y="53632"/>
                </a:lnTo>
                <a:lnTo>
                  <a:pt x="266230" y="43649"/>
                </a:lnTo>
                <a:lnTo>
                  <a:pt x="268693" y="31419"/>
                </a:lnTo>
                <a:close/>
              </a:path>
              <a:path w="474980" h="474980">
                <a:moveTo>
                  <a:pt x="295148" y="262432"/>
                </a:moveTo>
                <a:lnTo>
                  <a:pt x="293027" y="254508"/>
                </a:lnTo>
                <a:lnTo>
                  <a:pt x="280631" y="247357"/>
                </a:lnTo>
                <a:lnTo>
                  <a:pt x="272707" y="249478"/>
                </a:lnTo>
                <a:lnTo>
                  <a:pt x="265544" y="261874"/>
                </a:lnTo>
                <a:lnTo>
                  <a:pt x="267677" y="269798"/>
                </a:lnTo>
                <a:lnTo>
                  <a:pt x="273875" y="273380"/>
                </a:lnTo>
                <a:lnTo>
                  <a:pt x="280073" y="276961"/>
                </a:lnTo>
                <a:lnTo>
                  <a:pt x="287985" y="274828"/>
                </a:lnTo>
                <a:lnTo>
                  <a:pt x="295148" y="262432"/>
                </a:lnTo>
                <a:close/>
              </a:path>
              <a:path w="474980" h="474980">
                <a:moveTo>
                  <a:pt x="295148" y="212153"/>
                </a:moveTo>
                <a:lnTo>
                  <a:pt x="287985" y="199758"/>
                </a:lnTo>
                <a:lnTo>
                  <a:pt x="280073" y="197624"/>
                </a:lnTo>
                <a:lnTo>
                  <a:pt x="267677" y="204774"/>
                </a:lnTo>
                <a:lnTo>
                  <a:pt x="265557" y="212699"/>
                </a:lnTo>
                <a:lnTo>
                  <a:pt x="272707" y="225107"/>
                </a:lnTo>
                <a:lnTo>
                  <a:pt x="280631" y="227228"/>
                </a:lnTo>
                <a:lnTo>
                  <a:pt x="286829" y="223647"/>
                </a:lnTo>
                <a:lnTo>
                  <a:pt x="293027" y="220065"/>
                </a:lnTo>
                <a:lnTo>
                  <a:pt x="295148" y="212153"/>
                </a:lnTo>
                <a:close/>
              </a:path>
              <a:path w="474980" h="474980">
                <a:moveTo>
                  <a:pt x="344893" y="153225"/>
                </a:moveTo>
                <a:lnTo>
                  <a:pt x="343179" y="144360"/>
                </a:lnTo>
                <a:lnTo>
                  <a:pt x="338010" y="136575"/>
                </a:lnTo>
                <a:lnTo>
                  <a:pt x="330212" y="131394"/>
                </a:lnTo>
                <a:lnTo>
                  <a:pt x="321348" y="129667"/>
                </a:lnTo>
                <a:lnTo>
                  <a:pt x="312483" y="131394"/>
                </a:lnTo>
                <a:lnTo>
                  <a:pt x="304698" y="136575"/>
                </a:lnTo>
                <a:lnTo>
                  <a:pt x="299516" y="144360"/>
                </a:lnTo>
                <a:lnTo>
                  <a:pt x="297789" y="153225"/>
                </a:lnTo>
                <a:lnTo>
                  <a:pt x="299516" y="162090"/>
                </a:lnTo>
                <a:lnTo>
                  <a:pt x="304698" y="169887"/>
                </a:lnTo>
                <a:lnTo>
                  <a:pt x="312483" y="175056"/>
                </a:lnTo>
                <a:lnTo>
                  <a:pt x="321348" y="176784"/>
                </a:lnTo>
                <a:lnTo>
                  <a:pt x="330212" y="175056"/>
                </a:lnTo>
                <a:lnTo>
                  <a:pt x="338010" y="169887"/>
                </a:lnTo>
                <a:lnTo>
                  <a:pt x="343179" y="162090"/>
                </a:lnTo>
                <a:lnTo>
                  <a:pt x="344893" y="153225"/>
                </a:lnTo>
                <a:close/>
              </a:path>
              <a:path w="474980" h="474980">
                <a:moveTo>
                  <a:pt x="344906" y="321348"/>
                </a:moveTo>
                <a:lnTo>
                  <a:pt x="343179" y="312496"/>
                </a:lnTo>
                <a:lnTo>
                  <a:pt x="337997" y="304698"/>
                </a:lnTo>
                <a:lnTo>
                  <a:pt x="330212" y="299529"/>
                </a:lnTo>
                <a:lnTo>
                  <a:pt x="321348" y="297802"/>
                </a:lnTo>
                <a:lnTo>
                  <a:pt x="312483" y="299529"/>
                </a:lnTo>
                <a:lnTo>
                  <a:pt x="304698" y="304698"/>
                </a:lnTo>
                <a:lnTo>
                  <a:pt x="299516" y="312496"/>
                </a:lnTo>
                <a:lnTo>
                  <a:pt x="297802" y="321348"/>
                </a:lnTo>
                <a:lnTo>
                  <a:pt x="299516" y="330212"/>
                </a:lnTo>
                <a:lnTo>
                  <a:pt x="304698" y="338010"/>
                </a:lnTo>
                <a:lnTo>
                  <a:pt x="312483" y="343179"/>
                </a:lnTo>
                <a:lnTo>
                  <a:pt x="321348" y="344906"/>
                </a:lnTo>
                <a:lnTo>
                  <a:pt x="330212" y="343179"/>
                </a:lnTo>
                <a:lnTo>
                  <a:pt x="337997" y="338010"/>
                </a:lnTo>
                <a:lnTo>
                  <a:pt x="343179" y="330212"/>
                </a:lnTo>
                <a:lnTo>
                  <a:pt x="344906" y="321348"/>
                </a:lnTo>
                <a:close/>
              </a:path>
              <a:path w="474980" h="474980">
                <a:moveTo>
                  <a:pt x="371398" y="411695"/>
                </a:moveTo>
                <a:lnTo>
                  <a:pt x="367423" y="399872"/>
                </a:lnTo>
                <a:lnTo>
                  <a:pt x="359168" y="390525"/>
                </a:lnTo>
                <a:lnTo>
                  <a:pt x="348348" y="385241"/>
                </a:lnTo>
                <a:lnTo>
                  <a:pt x="336346" y="384403"/>
                </a:lnTo>
                <a:lnTo>
                  <a:pt x="324523" y="388391"/>
                </a:lnTo>
                <a:lnTo>
                  <a:pt x="315163" y="396633"/>
                </a:lnTo>
                <a:lnTo>
                  <a:pt x="309880" y="407454"/>
                </a:lnTo>
                <a:lnTo>
                  <a:pt x="309054" y="419468"/>
                </a:lnTo>
                <a:lnTo>
                  <a:pt x="313016" y="431292"/>
                </a:lnTo>
                <a:lnTo>
                  <a:pt x="321271" y="440639"/>
                </a:lnTo>
                <a:lnTo>
                  <a:pt x="332092" y="445922"/>
                </a:lnTo>
                <a:lnTo>
                  <a:pt x="344106" y="446760"/>
                </a:lnTo>
                <a:lnTo>
                  <a:pt x="355917" y="442785"/>
                </a:lnTo>
                <a:lnTo>
                  <a:pt x="365277" y="434530"/>
                </a:lnTo>
                <a:lnTo>
                  <a:pt x="370560" y="423710"/>
                </a:lnTo>
                <a:lnTo>
                  <a:pt x="371398" y="411695"/>
                </a:lnTo>
                <a:close/>
              </a:path>
              <a:path w="474980" h="474980">
                <a:moveTo>
                  <a:pt x="371398" y="62877"/>
                </a:moveTo>
                <a:lnTo>
                  <a:pt x="370560" y="50863"/>
                </a:lnTo>
                <a:lnTo>
                  <a:pt x="365277" y="40055"/>
                </a:lnTo>
                <a:lnTo>
                  <a:pt x="355930" y="31800"/>
                </a:lnTo>
                <a:lnTo>
                  <a:pt x="344106" y="27825"/>
                </a:lnTo>
                <a:lnTo>
                  <a:pt x="332092" y="28663"/>
                </a:lnTo>
                <a:lnTo>
                  <a:pt x="321271" y="33934"/>
                </a:lnTo>
                <a:lnTo>
                  <a:pt x="313029" y="43294"/>
                </a:lnTo>
                <a:lnTo>
                  <a:pt x="309054" y="55118"/>
                </a:lnTo>
                <a:lnTo>
                  <a:pt x="309892" y="67132"/>
                </a:lnTo>
                <a:lnTo>
                  <a:pt x="315163" y="77952"/>
                </a:lnTo>
                <a:lnTo>
                  <a:pt x="324523" y="86194"/>
                </a:lnTo>
                <a:lnTo>
                  <a:pt x="336346" y="90170"/>
                </a:lnTo>
                <a:lnTo>
                  <a:pt x="348348" y="89331"/>
                </a:lnTo>
                <a:lnTo>
                  <a:pt x="359168" y="84061"/>
                </a:lnTo>
                <a:lnTo>
                  <a:pt x="367423" y="74701"/>
                </a:lnTo>
                <a:lnTo>
                  <a:pt x="371398" y="62877"/>
                </a:lnTo>
                <a:close/>
              </a:path>
              <a:path w="474980" h="474980">
                <a:moveTo>
                  <a:pt x="379717" y="237286"/>
                </a:moveTo>
                <a:lnTo>
                  <a:pt x="377863" y="228117"/>
                </a:lnTo>
                <a:lnTo>
                  <a:pt x="372821" y="220637"/>
                </a:lnTo>
                <a:lnTo>
                  <a:pt x="365340" y="215582"/>
                </a:lnTo>
                <a:lnTo>
                  <a:pt x="356171" y="213741"/>
                </a:lnTo>
                <a:lnTo>
                  <a:pt x="347002" y="215582"/>
                </a:lnTo>
                <a:lnTo>
                  <a:pt x="339509" y="220637"/>
                </a:lnTo>
                <a:lnTo>
                  <a:pt x="334467" y="228117"/>
                </a:lnTo>
                <a:lnTo>
                  <a:pt x="332625" y="237286"/>
                </a:lnTo>
                <a:lnTo>
                  <a:pt x="334467" y="246456"/>
                </a:lnTo>
                <a:lnTo>
                  <a:pt x="339509" y="253949"/>
                </a:lnTo>
                <a:lnTo>
                  <a:pt x="347002" y="258991"/>
                </a:lnTo>
                <a:lnTo>
                  <a:pt x="356171" y="260845"/>
                </a:lnTo>
                <a:lnTo>
                  <a:pt x="365340" y="258991"/>
                </a:lnTo>
                <a:lnTo>
                  <a:pt x="372821" y="253949"/>
                </a:lnTo>
                <a:lnTo>
                  <a:pt x="377863" y="246456"/>
                </a:lnTo>
                <a:lnTo>
                  <a:pt x="379717" y="237286"/>
                </a:lnTo>
                <a:close/>
              </a:path>
              <a:path w="474980" h="474980">
                <a:moveTo>
                  <a:pt x="446747" y="344106"/>
                </a:moveTo>
                <a:lnTo>
                  <a:pt x="445909" y="332092"/>
                </a:lnTo>
                <a:lnTo>
                  <a:pt x="440639" y="321284"/>
                </a:lnTo>
                <a:lnTo>
                  <a:pt x="431292" y="313029"/>
                </a:lnTo>
                <a:lnTo>
                  <a:pt x="419468" y="309054"/>
                </a:lnTo>
                <a:lnTo>
                  <a:pt x="407454" y="309892"/>
                </a:lnTo>
                <a:lnTo>
                  <a:pt x="396621" y="315175"/>
                </a:lnTo>
                <a:lnTo>
                  <a:pt x="388378" y="324523"/>
                </a:lnTo>
                <a:lnTo>
                  <a:pt x="384403" y="336346"/>
                </a:lnTo>
                <a:lnTo>
                  <a:pt x="385241" y="348361"/>
                </a:lnTo>
                <a:lnTo>
                  <a:pt x="390525" y="359181"/>
                </a:lnTo>
                <a:lnTo>
                  <a:pt x="399872" y="367423"/>
                </a:lnTo>
                <a:lnTo>
                  <a:pt x="411695" y="371398"/>
                </a:lnTo>
                <a:lnTo>
                  <a:pt x="423710" y="370560"/>
                </a:lnTo>
                <a:lnTo>
                  <a:pt x="434530" y="365290"/>
                </a:lnTo>
                <a:lnTo>
                  <a:pt x="442772" y="355930"/>
                </a:lnTo>
                <a:lnTo>
                  <a:pt x="446747" y="344106"/>
                </a:lnTo>
                <a:close/>
              </a:path>
              <a:path w="474980" h="474980">
                <a:moveTo>
                  <a:pt x="446747" y="130467"/>
                </a:moveTo>
                <a:lnTo>
                  <a:pt x="442772" y="118656"/>
                </a:lnTo>
                <a:lnTo>
                  <a:pt x="434530" y="109296"/>
                </a:lnTo>
                <a:lnTo>
                  <a:pt x="423710" y="104025"/>
                </a:lnTo>
                <a:lnTo>
                  <a:pt x="411695" y="103187"/>
                </a:lnTo>
                <a:lnTo>
                  <a:pt x="399872" y="107162"/>
                </a:lnTo>
                <a:lnTo>
                  <a:pt x="390525" y="115404"/>
                </a:lnTo>
                <a:lnTo>
                  <a:pt x="385241" y="126225"/>
                </a:lnTo>
                <a:lnTo>
                  <a:pt x="384403" y="138239"/>
                </a:lnTo>
                <a:lnTo>
                  <a:pt x="388378" y="150050"/>
                </a:lnTo>
                <a:lnTo>
                  <a:pt x="396633" y="159410"/>
                </a:lnTo>
                <a:lnTo>
                  <a:pt x="407454" y="164693"/>
                </a:lnTo>
                <a:lnTo>
                  <a:pt x="419455" y="165531"/>
                </a:lnTo>
                <a:lnTo>
                  <a:pt x="431279" y="161556"/>
                </a:lnTo>
                <a:lnTo>
                  <a:pt x="440639" y="153301"/>
                </a:lnTo>
                <a:lnTo>
                  <a:pt x="445909" y="142481"/>
                </a:lnTo>
                <a:lnTo>
                  <a:pt x="446747" y="130467"/>
                </a:lnTo>
                <a:close/>
              </a:path>
              <a:path w="474980" h="474980">
                <a:moveTo>
                  <a:pt x="474573" y="237286"/>
                </a:moveTo>
                <a:lnTo>
                  <a:pt x="472109" y="225069"/>
                </a:lnTo>
                <a:lnTo>
                  <a:pt x="465366" y="215087"/>
                </a:lnTo>
                <a:lnTo>
                  <a:pt x="455383" y="208356"/>
                </a:lnTo>
                <a:lnTo>
                  <a:pt x="443153" y="205879"/>
                </a:lnTo>
                <a:lnTo>
                  <a:pt x="430936" y="208356"/>
                </a:lnTo>
                <a:lnTo>
                  <a:pt x="420941" y="215087"/>
                </a:lnTo>
                <a:lnTo>
                  <a:pt x="414210" y="225069"/>
                </a:lnTo>
                <a:lnTo>
                  <a:pt x="411746" y="237286"/>
                </a:lnTo>
                <a:lnTo>
                  <a:pt x="414210" y="249516"/>
                </a:lnTo>
                <a:lnTo>
                  <a:pt x="420941" y="259499"/>
                </a:lnTo>
                <a:lnTo>
                  <a:pt x="430936" y="266230"/>
                </a:lnTo>
                <a:lnTo>
                  <a:pt x="443153" y="268693"/>
                </a:lnTo>
                <a:lnTo>
                  <a:pt x="455383" y="266230"/>
                </a:lnTo>
                <a:lnTo>
                  <a:pt x="465366" y="259499"/>
                </a:lnTo>
                <a:lnTo>
                  <a:pt x="472109" y="249516"/>
                </a:lnTo>
                <a:lnTo>
                  <a:pt x="474573" y="237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EB88D0-3B11-9E92-8030-EF1C29D13FB2}"/>
              </a:ext>
            </a:extLst>
          </p:cNvPr>
          <p:cNvGrpSpPr/>
          <p:nvPr userDrawn="1"/>
        </p:nvGrpSpPr>
        <p:grpSpPr>
          <a:xfrm>
            <a:off x="120673" y="601896"/>
            <a:ext cx="11959457" cy="6138058"/>
            <a:chOff x="120673" y="601896"/>
            <a:chExt cx="11959457" cy="61380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C947ED-7225-A031-4C47-B0666B5CBC08}"/>
                </a:ext>
              </a:extLst>
            </p:cNvPr>
            <p:cNvGrpSpPr/>
            <p:nvPr userDrawn="1"/>
          </p:nvGrpSpPr>
          <p:grpSpPr>
            <a:xfrm>
              <a:off x="120673" y="601896"/>
              <a:ext cx="60193" cy="6138058"/>
              <a:chOff x="120673" y="601896"/>
              <a:chExt cx="60193" cy="613805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6ADE89-6384-C311-D887-CEEDC30F65C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632B3A6-E4D7-9AAF-A3D7-55DB24FF82B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732F3A-4421-DD93-7774-1BD7F663BEB7}"/>
                </a:ext>
              </a:extLst>
            </p:cNvPr>
            <p:cNvGrpSpPr/>
            <p:nvPr userDrawn="1"/>
          </p:nvGrpSpPr>
          <p:grpSpPr>
            <a:xfrm>
              <a:off x="12019937" y="601896"/>
              <a:ext cx="60193" cy="6138058"/>
              <a:chOff x="120673" y="601896"/>
              <a:chExt cx="60193" cy="613805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0EC37CE-0894-8AFC-FFA2-4149CBC2C30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01896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B0F03E-BF70-4746-E496-AACACD3BEF8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20673" y="6679761"/>
                <a:ext cx="60193" cy="6019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222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1" r:id="rId2"/>
    <p:sldLayoutId id="2147483822" r:id="rId3"/>
    <p:sldLayoutId id="2147483823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2" r:id="rId10"/>
    <p:sldLayoutId id="2147483834" r:id="rId11"/>
    <p:sldLayoutId id="2147483836" r:id="rId12"/>
    <p:sldLayoutId id="2147483839" r:id="rId13"/>
    <p:sldLayoutId id="2147483840" r:id="rId14"/>
    <p:sldLayoutId id="2147483843" r:id="rId15"/>
    <p:sldLayoutId id="2147483844" r:id="rId16"/>
    <p:sldLayoutId id="2147483845" r:id="rId17"/>
    <p:sldLayoutId id="2147483847" r:id="rId1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spc="-1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265113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20000"/>
        <a:buFont typeface="UKCEH Suisse" panose="020B0504000000000000" pitchFamily="34" charset="-78"/>
        <a:buChar char="•"/>
        <a:defRPr sz="2200" kern="12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Tx/>
        <a:buNone/>
        <a:defRPr lang="en-US" sz="2400" b="1" kern="0" spc="-30" baseline="0" dirty="0">
          <a:solidFill>
            <a:schemeClr val="tx1"/>
          </a:solidFill>
          <a:latin typeface="+mn-lt"/>
          <a:ea typeface="+mn-ea"/>
          <a:cs typeface="UKCEH Suisse" panose="020B0504000000000000" pitchFamily="34" charset="-78"/>
        </a:defRPr>
      </a:lvl3pPr>
      <a:lvl4pPr marL="0" indent="0" algn="l" defTabSz="914400" rtl="0" eaLnBrk="1" latinLnBrk="0" hangingPunct="1">
        <a:lnSpc>
          <a:spcPct val="90000"/>
        </a:lnSpc>
        <a:spcBef>
          <a:spcPts val="3000"/>
        </a:spcBef>
        <a:spcAft>
          <a:spcPts val="0"/>
        </a:spcAft>
        <a:buFontTx/>
        <a:buNone/>
        <a:defRPr sz="3200" kern="1200" spc="-10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SzPct val="110000"/>
        <a:buFont typeface="UKCEH Suisse" panose="020B0504000000000000" pitchFamily="34" charset="-78"/>
        <a:buNone/>
        <a:defRPr sz="2200" kern="1200" spc="-3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5pPr>
      <a:lvl6pPr marL="538163" indent="-27305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SzPct val="120000"/>
        <a:buFont typeface="UKCEH Suisse" panose="020B0504000000000000" pitchFamily="34" charset="-78"/>
        <a:buChar char="•"/>
        <a:defRPr sz="2200" b="0" kern="1200" spc="-20" baseline="0">
          <a:solidFill>
            <a:schemeClr val="tx1"/>
          </a:solidFill>
          <a:latin typeface="+mn-lt"/>
          <a:ea typeface="+mn-ea"/>
          <a:cs typeface="UKCEH Suisse Semibold" panose="020B0704000000000000" pitchFamily="34" charset="-78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2800" kern="1200" spc="-1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2800" b="1" kern="1200" spc="-100" baseline="0">
          <a:solidFill>
            <a:schemeClr val="tx1"/>
          </a:solidFill>
          <a:latin typeface="UKCEH Suisse Semibold" panose="020B0704000000000000" pitchFamily="34" charset="-78"/>
          <a:ea typeface="+mn-ea"/>
          <a:cs typeface="UKCEH Suisse Semibold" panose="020B0704000000000000" pitchFamily="34" charset="-78"/>
        </a:defRPr>
      </a:lvl8pPr>
      <a:lvl9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72" userDrawn="1">
          <p15:clr>
            <a:srgbClr val="F26B43"/>
          </p15:clr>
        </p15:guide>
        <p15:guide id="4" pos="483" userDrawn="1">
          <p15:clr>
            <a:srgbClr val="F26B43"/>
          </p15:clr>
        </p15:guide>
        <p15:guide id="5" pos="733" userDrawn="1">
          <p15:clr>
            <a:srgbClr val="F26B43"/>
          </p15:clr>
        </p15:guide>
        <p15:guide id="6" pos="941" userDrawn="1">
          <p15:clr>
            <a:srgbClr val="F26B43"/>
          </p15:clr>
        </p15:guide>
        <p15:guide id="7" pos="1164" userDrawn="1">
          <p15:clr>
            <a:srgbClr val="F26B43"/>
          </p15:clr>
        </p15:guide>
        <p15:guide id="8" pos="1387" userDrawn="1">
          <p15:clr>
            <a:srgbClr val="F26B43"/>
          </p15:clr>
        </p15:guide>
        <p15:guide id="9" pos="1595" userDrawn="1">
          <p15:clr>
            <a:srgbClr val="F26B43"/>
          </p15:clr>
        </p15:guide>
        <p15:guide id="10" pos="1833" userDrawn="1">
          <p15:clr>
            <a:srgbClr val="F26B43"/>
          </p15:clr>
        </p15:guide>
        <p15:guide id="11" pos="2056" userDrawn="1">
          <p15:clr>
            <a:srgbClr val="F26B43"/>
          </p15:clr>
        </p15:guide>
        <p15:guide id="12" pos="2275" userDrawn="1">
          <p15:clr>
            <a:srgbClr val="F26B43"/>
          </p15:clr>
        </p15:guide>
        <p15:guide id="13" pos="2502" userDrawn="1">
          <p15:clr>
            <a:srgbClr val="F26B43"/>
          </p15:clr>
        </p15:guide>
        <p15:guide id="14" pos="2729" userDrawn="1">
          <p15:clr>
            <a:srgbClr val="F26B43"/>
          </p15:clr>
        </p15:guide>
        <p15:guide id="15" pos="2948" userDrawn="1">
          <p15:clr>
            <a:srgbClr val="F26B43"/>
          </p15:clr>
        </p15:guide>
        <p15:guide id="16" pos="3171" userDrawn="1">
          <p15:clr>
            <a:srgbClr val="F26B43"/>
          </p15:clr>
        </p15:guide>
        <p15:guide id="17" pos="3394" userDrawn="1">
          <p15:clr>
            <a:srgbClr val="F26B43"/>
          </p15:clr>
        </p15:guide>
        <p15:guide id="18" pos="3617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4062" userDrawn="1">
          <p15:clr>
            <a:srgbClr val="F26B43"/>
          </p15:clr>
        </p15:guide>
        <p15:guide id="21" pos="4285" userDrawn="1">
          <p15:clr>
            <a:srgbClr val="F26B43"/>
          </p15:clr>
        </p15:guide>
        <p15:guide id="22" pos="4508" userDrawn="1">
          <p15:clr>
            <a:srgbClr val="F26B43"/>
          </p15:clr>
        </p15:guide>
        <p15:guide id="23" pos="4731" userDrawn="1">
          <p15:clr>
            <a:srgbClr val="F26B43"/>
          </p15:clr>
        </p15:guide>
        <p15:guide id="24" pos="4954" userDrawn="1">
          <p15:clr>
            <a:srgbClr val="F26B43"/>
          </p15:clr>
        </p15:guide>
        <p15:guide id="25" pos="5201" userDrawn="1">
          <p15:clr>
            <a:srgbClr val="F26B43"/>
          </p15:clr>
        </p15:guide>
        <p15:guide id="26" pos="5400" userDrawn="1">
          <p15:clr>
            <a:srgbClr val="F26B43"/>
          </p15:clr>
        </p15:guide>
        <p15:guide id="27" pos="5623" userDrawn="1">
          <p15:clr>
            <a:srgbClr val="F26B43"/>
          </p15:clr>
        </p15:guide>
        <p15:guide id="28" pos="5846" userDrawn="1">
          <p15:clr>
            <a:srgbClr val="F26B43"/>
          </p15:clr>
        </p15:guide>
        <p15:guide id="29" pos="6069" userDrawn="1">
          <p15:clr>
            <a:srgbClr val="F26B43"/>
          </p15:clr>
        </p15:guide>
        <p15:guide id="30" pos="6292" userDrawn="1">
          <p15:clr>
            <a:srgbClr val="F26B43"/>
          </p15:clr>
        </p15:guide>
        <p15:guide id="31" pos="6515" userDrawn="1">
          <p15:clr>
            <a:srgbClr val="F26B43"/>
          </p15:clr>
        </p15:guide>
        <p15:guide id="32" pos="6738" userDrawn="1">
          <p15:clr>
            <a:srgbClr val="F26B43"/>
          </p15:clr>
        </p15:guide>
        <p15:guide id="33" pos="6961" userDrawn="1">
          <p15:clr>
            <a:srgbClr val="F26B43"/>
          </p15:clr>
        </p15:guide>
        <p15:guide id="34" pos="7184" userDrawn="1">
          <p15:clr>
            <a:srgbClr val="F26B43"/>
          </p15:clr>
        </p15:guide>
        <p15:guide id="35" pos="7407" userDrawn="1">
          <p15:clr>
            <a:srgbClr val="F26B43"/>
          </p15:clr>
        </p15:guide>
        <p15:guide id="36" orient="horz" userDrawn="1">
          <p15:clr>
            <a:srgbClr val="F26B43"/>
          </p15:clr>
        </p15:guide>
        <p15:guide id="37" orient="horz" pos="4320" userDrawn="1">
          <p15:clr>
            <a:srgbClr val="F26B43"/>
          </p15:clr>
        </p15:guide>
        <p15:guide id="38" orient="horz" pos="255" userDrawn="1">
          <p15:clr>
            <a:srgbClr val="F26B43"/>
          </p15:clr>
        </p15:guide>
        <p15:guide id="39" orient="horz" pos="481" userDrawn="1">
          <p15:clr>
            <a:srgbClr val="F26B43"/>
          </p15:clr>
        </p15:guide>
        <p15:guide id="40" orient="horz" pos="691" userDrawn="1">
          <p15:clr>
            <a:srgbClr val="F26B43"/>
          </p15:clr>
        </p15:guide>
        <p15:guide id="41" orient="horz" pos="901" userDrawn="1">
          <p15:clr>
            <a:srgbClr val="F26B43"/>
          </p15:clr>
        </p15:guide>
        <p15:guide id="42" orient="horz" pos="1111" userDrawn="1">
          <p15:clr>
            <a:srgbClr val="F26B43"/>
          </p15:clr>
        </p15:guide>
        <p15:guide id="43" orient="horz" pos="1320" userDrawn="1">
          <p15:clr>
            <a:srgbClr val="F26B43"/>
          </p15:clr>
        </p15:guide>
        <p15:guide id="44" orient="horz" pos="1530" userDrawn="1">
          <p15:clr>
            <a:srgbClr val="F26B43"/>
          </p15:clr>
        </p15:guide>
        <p15:guide id="45" orient="horz" pos="1740" userDrawn="1">
          <p15:clr>
            <a:srgbClr val="F26B43"/>
          </p15:clr>
        </p15:guide>
        <p15:guide id="46" orient="horz" pos="1950" userDrawn="1">
          <p15:clr>
            <a:srgbClr val="F26B43"/>
          </p15:clr>
        </p15:guide>
        <p15:guide id="47" orient="horz" pos="2160" userDrawn="1">
          <p15:clr>
            <a:srgbClr val="F26B43"/>
          </p15:clr>
        </p15:guide>
        <p15:guide id="48" orient="horz" pos="2369" userDrawn="1">
          <p15:clr>
            <a:srgbClr val="F26B43"/>
          </p15:clr>
        </p15:guide>
        <p15:guide id="49" orient="horz" pos="2579" userDrawn="1">
          <p15:clr>
            <a:srgbClr val="F26B43"/>
          </p15:clr>
        </p15:guide>
        <p15:guide id="50" orient="horz" pos="2789" userDrawn="1">
          <p15:clr>
            <a:srgbClr val="F26B43"/>
          </p15:clr>
        </p15:guide>
        <p15:guide id="51" orient="horz" pos="2999" userDrawn="1">
          <p15:clr>
            <a:srgbClr val="F26B43"/>
          </p15:clr>
        </p15:guide>
        <p15:guide id="52" orient="horz" pos="3208" userDrawn="1">
          <p15:clr>
            <a:srgbClr val="F26B43"/>
          </p15:clr>
        </p15:guide>
        <p15:guide id="53" orient="horz" pos="3418" userDrawn="1">
          <p15:clr>
            <a:srgbClr val="F26B43"/>
          </p15:clr>
        </p15:guide>
        <p15:guide id="54" orient="horz" pos="3628" userDrawn="1">
          <p15:clr>
            <a:srgbClr val="F26B43"/>
          </p15:clr>
        </p15:guide>
        <p15:guide id="55" orient="horz" pos="3838" userDrawn="1">
          <p15:clr>
            <a:srgbClr val="F26B43"/>
          </p15:clr>
        </p15:guide>
        <p15:guide id="56" orient="horz" pos="4047" userDrawn="1">
          <p15:clr>
            <a:srgbClr val="F26B43"/>
          </p15:clr>
        </p15:guide>
        <p15:guide id="57" pos="75" userDrawn="1">
          <p15:clr>
            <a:srgbClr val="F26B43"/>
          </p15:clr>
        </p15:guide>
        <p15:guide id="58" pos="7491" userDrawn="1">
          <p15:clr>
            <a:srgbClr val="F26B43"/>
          </p15:clr>
        </p15:guide>
        <p15:guide id="59" orient="horz" pos="73" userDrawn="1">
          <p15:clr>
            <a:srgbClr val="F26B43"/>
          </p15:clr>
        </p15:guide>
        <p15:guide id="60" orient="horz" pos="4247" userDrawn="1">
          <p15:clr>
            <a:srgbClr val="F26B43"/>
          </p15:clr>
        </p15:guide>
        <p15:guide id="61" pos="175" userDrawn="1">
          <p15:clr>
            <a:srgbClr val="F26B43"/>
          </p15:clr>
        </p15:guide>
        <p15:guide id="62" pos="7605" userDrawn="1">
          <p15:clr>
            <a:srgbClr val="F26B43"/>
          </p15:clr>
        </p15:guide>
        <p15:guide id="63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arjs@ceh.ac.uk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973F32-F306-7522-2D61-AB6BDD90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2762251"/>
            <a:ext cx="8140699" cy="1518086"/>
          </a:xfrm>
        </p:spPr>
        <p:txBody>
          <a:bodyPr/>
          <a:lstStyle/>
          <a:p>
            <a:r>
              <a:rPr lang="en-GB" dirty="0"/>
              <a:t>EDST logo</a:t>
            </a:r>
            <a:br>
              <a:rPr lang="en-GB" dirty="0"/>
            </a:b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4F9BE12-34B0-9F24-8ED4-8F70E002BE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4760914"/>
            <a:ext cx="5329237" cy="944796"/>
          </a:xfrm>
        </p:spPr>
        <p:txBody>
          <a:bodyPr/>
          <a:lstStyle/>
          <a:p>
            <a:r>
              <a:rPr lang="en-US" dirty="0"/>
              <a:t>Different versions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117E25-F297-61CE-A237-529D5EDAD5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762" y="5695792"/>
            <a:ext cx="5329237" cy="433616"/>
          </a:xfrm>
        </p:spPr>
        <p:txBody>
          <a:bodyPr/>
          <a:lstStyle/>
          <a:p>
            <a:r>
              <a:rPr lang="en-GB" dirty="0"/>
              <a:t>Andy Sier</a:t>
            </a:r>
          </a:p>
          <a:p>
            <a:pPr lvl="1"/>
            <a:r>
              <a:rPr lang="en-GB" dirty="0"/>
              <a:t>02/10/2026</a:t>
            </a:r>
          </a:p>
        </p:txBody>
      </p:sp>
      <p:pic>
        <p:nvPicPr>
          <p:cNvPr id="36" name="Picture Placeholder 16" descr="A green hill with a light shining on it&#10;&#10;AI-generated content may be incorrect.">
            <a:extLst>
              <a:ext uri="{FF2B5EF4-FFF2-40B4-BE49-F238E27FC236}">
                <a16:creationId xmlns:a16="http://schemas.microsoft.com/office/drawing/2014/main" id="{58F6EB58-AB69-6E3A-1B7B-8560D780BB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4" b="31254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9685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5ED9-1D17-E883-2463-5B9F6452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AB1F840-66E9-DB73-605E-F2AB8A70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60" y="1626268"/>
            <a:ext cx="4945216" cy="3663950"/>
          </a:xfrm>
        </p:spPr>
        <p:txBody>
          <a:bodyPr/>
          <a:lstStyle/>
          <a:p>
            <a:pPr lvl="3"/>
            <a:r>
              <a:rPr lang="en-US" dirty="0"/>
              <a:t>There are </a:t>
            </a:r>
            <a:r>
              <a:rPr lang="en-US" dirty="0" err="1"/>
              <a:t>colour</a:t>
            </a:r>
            <a:r>
              <a:rPr lang="en-US" dirty="0"/>
              <a:t>, light mono and dark mono versions of the EDST logo.</a:t>
            </a:r>
          </a:p>
          <a:p>
            <a:pPr lvl="3"/>
            <a:r>
              <a:rPr lang="en-US" dirty="0"/>
              <a:t>This means options for both light and dark themes.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086D72-A838-3F2F-376F-C3B4E1A065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02E07-C281-4409-A9EA-EC31ABE69032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F55353E-EF87-7D2C-497A-E2443A1F4D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84260E3A-5569-5FD4-D9FF-BA14FF68ECCF}"/>
              </a:ext>
            </a:extLst>
          </p:cNvPr>
          <p:cNvSpPr txBox="1">
            <a:spLocks/>
          </p:cNvSpPr>
          <p:nvPr/>
        </p:nvSpPr>
        <p:spPr>
          <a:xfrm>
            <a:off x="6659076" y="1562099"/>
            <a:ext cx="4945216" cy="3663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sz="22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13" indent="-265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20000"/>
              <a:buFont typeface="UKCEH Suisse" panose="020B0504000000000000" pitchFamily="34" charset="-78"/>
              <a:buChar char="•"/>
              <a:defRPr sz="22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Tx/>
              <a:buNone/>
              <a:defRPr lang="en-US" sz="2400" b="1" kern="0" spc="-30" baseline="0">
                <a:solidFill>
                  <a:schemeClr val="tx1"/>
                </a:solidFill>
                <a:latin typeface="+mn-lt"/>
                <a:ea typeface="+mn-ea"/>
                <a:cs typeface="UKCEH Suisse" panose="020B0504000000000000" pitchFamily="34" charset="-78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FontTx/>
              <a:buNone/>
              <a:defRPr sz="3200" kern="120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0000"/>
              <a:buFont typeface="UKCEH Suisse" panose="020B0504000000000000" pitchFamily="34" charset="-78"/>
              <a:buNone/>
              <a:defRPr sz="2200" b="1" kern="1200" spc="-30" baseline="0">
                <a:solidFill>
                  <a:schemeClr val="tx1"/>
                </a:solidFill>
                <a:latin typeface="+mn-lt"/>
                <a:ea typeface="+mn-ea"/>
                <a:cs typeface="UKCEH Suisse Semibold" panose="020B0704000000000000" pitchFamily="34" charset="-78"/>
              </a:defRPr>
            </a:lvl5pPr>
            <a:lvl6pPr marL="538163" indent="-2730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120000"/>
              <a:buFont typeface="UKCEH Suisse" panose="020B0504000000000000" pitchFamily="34" charset="-78"/>
              <a:buChar char="•"/>
              <a:defRPr sz="2200" b="0" kern="1200" spc="-20" baseline="0">
                <a:solidFill>
                  <a:schemeClr val="tx1"/>
                </a:solidFill>
                <a:latin typeface="+mn-lt"/>
                <a:ea typeface="+mn-ea"/>
                <a:cs typeface="UKCEH Suisse Semibold" panose="020B0704000000000000" pitchFamily="34" charset="-78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Tx/>
              <a:buNone/>
              <a:defRPr sz="2800" kern="120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2800" b="1" kern="1200" spc="-100" baseline="0">
                <a:solidFill>
                  <a:schemeClr val="tx1"/>
                </a:solidFill>
                <a:latin typeface="UKCEH Suisse Semibold" panose="020B0704000000000000" pitchFamily="34" charset="-78"/>
                <a:ea typeface="+mn-ea"/>
                <a:cs typeface="UKCEH Suisse Semibold" panose="020B0704000000000000" pitchFamily="34" charset="-78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r>
              <a:rPr lang="en-US" dirty="0"/>
              <a:t>There are versions with and without the UKCEH+NC-UK logo, and versions with just the graphic element.</a:t>
            </a:r>
          </a:p>
          <a:p>
            <a:pPr lvl="3"/>
            <a:r>
              <a:rPr lang="en-US" dirty="0"/>
              <a:t>All available in PNG and SVG formats.</a:t>
            </a:r>
          </a:p>
          <a:p>
            <a:pPr lvl="3"/>
            <a:r>
              <a:rPr lang="en-US" dirty="0"/>
              <a:t>Other variants upon request.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CCAF87-9F68-4541-9807-E0F131F5E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58613" y="115887"/>
            <a:ext cx="288029" cy="288000"/>
          </a:xfrm>
        </p:spPr>
        <p:txBody>
          <a:bodyPr/>
          <a:lstStyle/>
          <a:p>
            <a:fld id="{CD602E07-C281-4409-A9EA-EC31ABE69032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DB3E0B0-4F30-72A4-A8A5-8AD706EA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10961841" cy="465103"/>
          </a:xfrm>
        </p:spPr>
        <p:txBody>
          <a:bodyPr/>
          <a:lstStyle/>
          <a:p>
            <a:r>
              <a:rPr lang="en-US" dirty="0"/>
              <a:t>Light theme logos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766572-639F-10B4-EEC3-68BF2E024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4403" y="4412345"/>
            <a:ext cx="1436310" cy="16359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2AE076-830C-9CF4-0D42-37C101766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0147" y="1981790"/>
            <a:ext cx="1280962" cy="21128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8CE08F-871B-B6B5-2D22-2519150F8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812" y="1996869"/>
            <a:ext cx="2007248" cy="20827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D3CC249-2DC6-495D-BF72-C3D75DE64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394" y="1981790"/>
            <a:ext cx="1282706" cy="21128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01D30E5-9D51-854D-12F3-033E6D0B76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197" y="1981790"/>
            <a:ext cx="2004015" cy="21128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0461A3-7ECA-1F47-0E8D-D6CE445D2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344" y="4412345"/>
            <a:ext cx="1440225" cy="164373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94557D-014C-E3D5-30C8-C5DD4939AC4C}"/>
              </a:ext>
            </a:extLst>
          </p:cNvPr>
          <p:cNvSpPr txBox="1"/>
          <p:nvPr/>
        </p:nvSpPr>
        <p:spPr>
          <a:xfrm rot="21316792">
            <a:off x="348917" y="4957010"/>
            <a:ext cx="158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mic Sans MS" panose="030F0702030302020204" pitchFamily="66" charset="0"/>
              </a:rPr>
              <a:t>Note the black border</a:t>
            </a:r>
          </a:p>
        </p:txBody>
      </p:sp>
    </p:spTree>
    <p:extLst>
      <p:ext uri="{BB962C8B-B14F-4D97-AF65-F5344CB8AC3E}">
        <p14:creationId xmlns:p14="http://schemas.microsoft.com/office/powerpoint/2010/main" val="19433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D2A4-D90B-3B29-9579-3280E54B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5F93CC-D30E-6D44-B1C8-EC696B732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58613" y="115887"/>
            <a:ext cx="288029" cy="288000"/>
          </a:xfrm>
        </p:spPr>
        <p:txBody>
          <a:bodyPr/>
          <a:lstStyle/>
          <a:p>
            <a:fld id="{CD602E07-C281-4409-A9EA-EC31ABE69032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D82EF6E-9A6B-DB5B-5256-F5C17BC1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59" y="1153525"/>
            <a:ext cx="11315854" cy="465103"/>
          </a:xfrm>
        </p:spPr>
        <p:txBody>
          <a:bodyPr/>
          <a:lstStyle/>
          <a:p>
            <a:r>
              <a:rPr lang="en-US" dirty="0"/>
              <a:t>Dark theme logos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678E59-D4EE-9238-4144-D515A34C6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4403" y="4412345"/>
            <a:ext cx="1436310" cy="16359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74071A-1C8C-E65D-BF11-60C767B4F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8241" y="1981790"/>
            <a:ext cx="1284774" cy="2112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7C0873-339E-6CEF-C6D8-D20E44BD0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812" y="1981790"/>
            <a:ext cx="2007247" cy="21128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DF3726-BD78-FB3B-7FCC-45F843EA2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3394" y="1981790"/>
            <a:ext cx="1282706" cy="21128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F177F1-B94A-7652-6DBE-75138B835F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1197" y="1981790"/>
            <a:ext cx="2004015" cy="21128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20A20C-1D0F-444B-6F59-83B4125D55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1344" y="4412345"/>
            <a:ext cx="1440225" cy="164373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BEB893B-D8AD-EE53-305B-A48DAED75D2A}"/>
              </a:ext>
            </a:extLst>
          </p:cNvPr>
          <p:cNvSpPr txBox="1"/>
          <p:nvPr/>
        </p:nvSpPr>
        <p:spPr>
          <a:xfrm rot="21316792">
            <a:off x="348917" y="4957010"/>
            <a:ext cx="158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Comic Sans MS" panose="030F0702030302020204" pitchFamily="66" charset="0"/>
              </a:rPr>
              <a:t>Note the blue border</a:t>
            </a:r>
          </a:p>
        </p:txBody>
      </p:sp>
    </p:spTree>
    <p:extLst>
      <p:ext uri="{BB962C8B-B14F-4D97-AF65-F5344CB8AC3E}">
        <p14:creationId xmlns:p14="http://schemas.microsoft.com/office/powerpoint/2010/main" val="394390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CB487A-7D7D-6204-6830-BA5B81B92B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1800" y="464721"/>
            <a:ext cx="9202738" cy="2297745"/>
          </a:xfrm>
        </p:spPr>
        <p:txBody>
          <a:bodyPr/>
          <a:lstStyle/>
          <a:p>
            <a:pPr lvl="1"/>
            <a:r>
              <a:rPr lang="en-GB" dirty="0"/>
              <a:t>Thank you.</a:t>
            </a:r>
          </a:p>
          <a:p>
            <a:pPr lvl="6"/>
            <a:br>
              <a:rPr lang="en-GB" dirty="0"/>
            </a:br>
            <a:r>
              <a:rPr lang="en-GB" sz="3200" dirty="0"/>
              <a:t>For more information </a:t>
            </a:r>
            <a:br>
              <a:rPr lang="en-GB" sz="3200" dirty="0"/>
            </a:br>
            <a:r>
              <a:rPr lang="en-GB" sz="3200" dirty="0"/>
              <a:t>please contact:</a:t>
            </a:r>
            <a:endParaRPr lang="en-US" dirty="0"/>
          </a:p>
        </p:txBody>
      </p:sp>
      <p:sp>
        <p:nvSpPr>
          <p:cNvPr id="54" name="object 16">
            <a:extLst>
              <a:ext uri="{FF2B5EF4-FFF2-40B4-BE49-F238E27FC236}">
                <a16:creationId xmlns:a16="http://schemas.microsoft.com/office/drawing/2014/main" id="{D563BEC8-C4D8-890D-85CF-4B333CB887C4}"/>
              </a:ext>
            </a:extLst>
          </p:cNvPr>
          <p:cNvSpPr txBox="1"/>
          <p:nvPr/>
        </p:nvSpPr>
        <p:spPr>
          <a:xfrm>
            <a:off x="429910" y="3078137"/>
            <a:ext cx="2501357" cy="271106"/>
          </a:xfrm>
          <a:prstGeom prst="rect">
            <a:avLst/>
          </a:prstGeom>
        </p:spPr>
        <p:txBody>
          <a:bodyPr vert="horz" wrap="square" lIns="0" tIns="24644" rIns="0" bIns="0" rtlCol="0">
            <a:spAutoFit/>
          </a:bodyPr>
          <a:lstStyle/>
          <a:p>
            <a:pPr marL="18098" defTabSz="554492"/>
            <a:r>
              <a:rPr lang="en-GB" sz="1600" kern="0" spc="-42" dirty="0" err="1">
                <a:solidFill>
                  <a:schemeClr val="tx2"/>
                </a:solidFill>
                <a:latin typeface="UKCEH Suisse" panose="020B0504000000000000" pitchFamily="34" charset="-78"/>
                <a:cs typeface="UKCEH Suisse" panose="020B0504000000000000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arjs</a:t>
            </a:r>
            <a:r>
              <a:rPr sz="1600" kern="0" spc="-42" dirty="0">
                <a:solidFill>
                  <a:schemeClr val="tx2"/>
                </a:solidFill>
                <a:latin typeface="UKCEH Suisse" panose="020B0504000000000000" pitchFamily="34" charset="-78"/>
                <a:cs typeface="UKCEH Suisse" panose="020B0504000000000000" pitchFamily="34" charset="-7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@ceh.ac.uk</a:t>
            </a:r>
            <a:endParaRPr lang="en-GB" sz="1600" kern="0" dirty="0">
              <a:solidFill>
                <a:sysClr val="windowText" lastClr="000000"/>
              </a:solidFill>
              <a:latin typeface="UKCEH Suisse Medium" panose="020B0604000000000000" pitchFamily="34" charset="-78"/>
              <a:cs typeface="UKCEH Suisse Medium" panose="020B0604000000000000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872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</p:tagLst>
</file>

<file path=ppt/theme/theme1.xml><?xml version="1.0" encoding="utf-8"?>
<a:theme xmlns:a="http://schemas.openxmlformats.org/drawingml/2006/main" name="Office Theme">
  <a:themeElements>
    <a:clrScheme name="UKCEH">
      <a:dk1>
        <a:sysClr val="windowText" lastClr="000000"/>
      </a:dk1>
      <a:lt1>
        <a:sysClr val="window" lastClr="FFFFFF"/>
      </a:lt1>
      <a:dk2>
        <a:srgbClr val="DBFE52"/>
      </a:dk2>
      <a:lt2>
        <a:srgbClr val="D6EAE6"/>
      </a:lt2>
      <a:accent1>
        <a:srgbClr val="90A968"/>
      </a:accent1>
      <a:accent2>
        <a:srgbClr val="477AE2"/>
      </a:accent2>
      <a:accent3>
        <a:srgbClr val="EBDBD5"/>
      </a:accent3>
      <a:accent4>
        <a:srgbClr val="D1DEF8"/>
      </a:accent4>
      <a:accent5>
        <a:srgbClr val="D3DDC3"/>
      </a:accent5>
      <a:accent6>
        <a:srgbClr val="878787"/>
      </a:accent6>
      <a:hlink>
        <a:srgbClr val="90A968"/>
      </a:hlink>
      <a:folHlink>
        <a:srgbClr val="477AE2"/>
      </a:folHlink>
    </a:clrScheme>
    <a:fontScheme name="Custom 75">
      <a:majorFont>
        <a:latin typeface="UKCEH Suisse"/>
        <a:ea typeface=""/>
        <a:cs typeface=""/>
      </a:majorFont>
      <a:minorFont>
        <a:latin typeface="UKCEH Suiss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R Light Cyan 1">
      <a:srgbClr val="99F5FD"/>
    </a:custClr>
    <a:custClr name="DR Light Violet">
      <a:srgbClr val="C999F7"/>
    </a:custClr>
    <a:custClr name="DR Light Amber">
      <a:srgbClr val="FEEC99"/>
    </a:custClr>
    <a:custClr name="DR Light Green">
      <a:srgbClr val="99EFCB"/>
    </a:custClr>
    <a:custClr name="DR Light Blue">
      <a:srgbClr val="8AAEFF"/>
    </a:custClr>
    <a:custClr name="DR Light Slate Grey">
      <a:srgbClr val="9AB5B9"/>
    </a:custClr>
    <a:custClr name="DR Light Grey">
      <a:srgbClr val="C7C8CA"/>
    </a:custClr>
    <a:custClr name="DR Mid Grey">
      <a:srgbClr val="808080"/>
    </a:custClr>
  </a:custClrLst>
  <a:extLst>
    <a:ext uri="{05A4C25C-085E-4340-85A3-A5531E510DB2}">
      <thm15:themeFamily xmlns:thm15="http://schemas.microsoft.com/office/thememl/2012/main" name="260113_UKCEH_Template_LB06" id="{4161CE28-D829-4D18-9F96-8C77126CFA36}" vid="{92FBD444-0133-4FE0-9055-11E581419404}"/>
    </a:ext>
  </a:extLst>
</a:theme>
</file>

<file path=ppt/theme/theme2.xml><?xml version="1.0" encoding="utf-8"?>
<a:theme xmlns:a="http://schemas.openxmlformats.org/drawingml/2006/main" name="+Partner Logos">
  <a:themeElements>
    <a:clrScheme name="UKCEH">
      <a:dk1>
        <a:sysClr val="windowText" lastClr="000000"/>
      </a:dk1>
      <a:lt1>
        <a:sysClr val="window" lastClr="FFFFFF"/>
      </a:lt1>
      <a:dk2>
        <a:srgbClr val="DBFE52"/>
      </a:dk2>
      <a:lt2>
        <a:srgbClr val="D6EAE6"/>
      </a:lt2>
      <a:accent1>
        <a:srgbClr val="90A968"/>
      </a:accent1>
      <a:accent2>
        <a:srgbClr val="477AE2"/>
      </a:accent2>
      <a:accent3>
        <a:srgbClr val="EBDBD5"/>
      </a:accent3>
      <a:accent4>
        <a:srgbClr val="D1DEF8"/>
      </a:accent4>
      <a:accent5>
        <a:srgbClr val="D3DDC3"/>
      </a:accent5>
      <a:accent6>
        <a:srgbClr val="878787"/>
      </a:accent6>
      <a:hlink>
        <a:srgbClr val="90A968"/>
      </a:hlink>
      <a:folHlink>
        <a:srgbClr val="477AE2"/>
      </a:folHlink>
    </a:clrScheme>
    <a:fontScheme name="Custom 75">
      <a:majorFont>
        <a:latin typeface="UKCEH Suisse"/>
        <a:ea typeface=""/>
        <a:cs typeface=""/>
      </a:majorFont>
      <a:minorFont>
        <a:latin typeface="UKCEH Suiss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R Light Cyan 1">
      <a:srgbClr val="99F5FD"/>
    </a:custClr>
    <a:custClr name="DR Light Violet">
      <a:srgbClr val="C999F7"/>
    </a:custClr>
    <a:custClr name="DR Light Amber">
      <a:srgbClr val="FEEC99"/>
    </a:custClr>
    <a:custClr name="DR Light Green">
      <a:srgbClr val="99EFCB"/>
    </a:custClr>
    <a:custClr name="DR Light Blue">
      <a:srgbClr val="8AAEFF"/>
    </a:custClr>
    <a:custClr name="DR Light Slate Grey">
      <a:srgbClr val="9AB5B9"/>
    </a:custClr>
    <a:custClr name="DR Light Grey">
      <a:srgbClr val="C7C8CA"/>
    </a:custClr>
    <a:custClr name="DR Mid Grey">
      <a:srgbClr val="808080"/>
    </a:custClr>
  </a:custClrLst>
  <a:extLst>
    <a:ext uri="{05A4C25C-085E-4340-85A3-A5531E510DB2}">
      <thm15:themeFamily xmlns:thm15="http://schemas.microsoft.com/office/thememl/2012/main" name="260113_UKCEH_Template_LB06" id="{4161CE28-D829-4D18-9F96-8C77126CFA36}" vid="{D082875B-3653-40C7-97E2-A1F99D267AC3}"/>
    </a:ext>
  </a:extLst>
</a:theme>
</file>

<file path=ppt/theme/theme3.xml><?xml version="1.0" encoding="utf-8"?>
<a:theme xmlns:a="http://schemas.openxmlformats.org/drawingml/2006/main" name="With Footnotes">
  <a:themeElements>
    <a:clrScheme name="UKCEH">
      <a:dk1>
        <a:sysClr val="windowText" lastClr="000000"/>
      </a:dk1>
      <a:lt1>
        <a:sysClr val="window" lastClr="FFFFFF"/>
      </a:lt1>
      <a:dk2>
        <a:srgbClr val="DBFE52"/>
      </a:dk2>
      <a:lt2>
        <a:srgbClr val="D6EAE6"/>
      </a:lt2>
      <a:accent1>
        <a:srgbClr val="90A968"/>
      </a:accent1>
      <a:accent2>
        <a:srgbClr val="477AE2"/>
      </a:accent2>
      <a:accent3>
        <a:srgbClr val="EBDBD5"/>
      </a:accent3>
      <a:accent4>
        <a:srgbClr val="D1DEF8"/>
      </a:accent4>
      <a:accent5>
        <a:srgbClr val="D3DDC3"/>
      </a:accent5>
      <a:accent6>
        <a:srgbClr val="878787"/>
      </a:accent6>
      <a:hlink>
        <a:srgbClr val="90A968"/>
      </a:hlink>
      <a:folHlink>
        <a:srgbClr val="477AE2"/>
      </a:folHlink>
    </a:clrScheme>
    <a:fontScheme name="Custom 75">
      <a:majorFont>
        <a:latin typeface="UKCEH Suisse"/>
        <a:ea typeface=""/>
        <a:cs typeface=""/>
      </a:majorFont>
      <a:minorFont>
        <a:latin typeface="UKCEH Suiss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DR Light Cyan 1">
      <a:srgbClr val="99F5FD"/>
    </a:custClr>
    <a:custClr name="DR Light Violet">
      <a:srgbClr val="C999F7"/>
    </a:custClr>
    <a:custClr name="DR Light Amber">
      <a:srgbClr val="FEEC99"/>
    </a:custClr>
    <a:custClr name="DR Light Green">
      <a:srgbClr val="99EFCB"/>
    </a:custClr>
    <a:custClr name="DR Light Blue">
      <a:srgbClr val="8AAEFF"/>
    </a:custClr>
    <a:custClr name="DR Light Slate Grey">
      <a:srgbClr val="9AB5B9"/>
    </a:custClr>
    <a:custClr name="DR Light Grey">
      <a:srgbClr val="C7C8CA"/>
    </a:custClr>
    <a:custClr name="DR Mid Grey">
      <a:srgbClr val="808080"/>
    </a:custClr>
  </a:custClrLst>
  <a:extLst>
    <a:ext uri="{05A4C25C-085E-4340-85A3-A5531E510DB2}">
      <thm15:themeFamily xmlns:thm15="http://schemas.microsoft.com/office/thememl/2012/main" name="260113_UKCEH_Template_LB06" id="{4161CE28-D829-4D18-9F96-8C77126CFA36}" vid="{B81F6FDB-21B7-4B05-9263-433B3E8C58E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e787a5-7476-4b36-a333-c20c98769fb2" xsi:nil="true"/>
    <lcf76f155ced4ddcb4097134ff3c332f xmlns="8045f077-17b9-47d6-a71c-2c2b83e2512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8BE1AAAF81E245A3A403608573A08A" ma:contentTypeVersion="13" ma:contentTypeDescription="Create a new document." ma:contentTypeScope="" ma:versionID="822e8ab276dee9f0e588e02223ecfbe3">
  <xsd:schema xmlns:xsd="http://www.w3.org/2001/XMLSchema" xmlns:xs="http://www.w3.org/2001/XMLSchema" xmlns:p="http://schemas.microsoft.com/office/2006/metadata/properties" xmlns:ns2="8045f077-17b9-47d6-a71c-2c2b83e25129" xmlns:ns3="8fe787a5-7476-4b36-a333-c20c98769fb2" targetNamespace="http://schemas.microsoft.com/office/2006/metadata/properties" ma:root="true" ma:fieldsID="3224a575786604f00be9e91cb5b4621b" ns2:_="" ns3:_="">
    <xsd:import namespace="8045f077-17b9-47d6-a71c-2c2b83e25129"/>
    <xsd:import namespace="8fe787a5-7476-4b36-a333-c20c98769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5f077-17b9-47d6-a71c-2c2b83e251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3ea2160-29c6-45a3-9bc6-8bc28cb08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787a5-7476-4b36-a333-c20c98769fb2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be0202f-bae7-4c2f-9a15-7e8c6810c885}" ma:internalName="TaxCatchAll" ma:showField="CatchAllData" ma:web="2f592954-ea5c-4e18-9f23-4cc55620ac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FFA500-119D-4151-BEEB-D8D9A346A3C4}">
  <ds:schemaRefs>
    <ds:schemaRef ds:uri="8fe787a5-7476-4b36-a333-c20c98769fb2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78175452-edb5-49ac-bef8-3d52f6c4f7e4"/>
    <ds:schemaRef ds:uri="http://schemas.openxmlformats.org/package/2006/metadata/core-properties"/>
    <ds:schemaRef ds:uri="c3302cb7-050b-4a15-9216-dc66ec73ad44"/>
    <ds:schemaRef ds:uri="f6128ada-7198-4e71-aed5-3e44e52dd6dd"/>
    <ds:schemaRef ds:uri="http://purl.org/dc/dcmitype/"/>
    <ds:schemaRef ds:uri="8045f077-17b9-47d6-a71c-2c2b83e25129"/>
  </ds:schemaRefs>
</ds:datastoreItem>
</file>

<file path=customXml/itemProps2.xml><?xml version="1.0" encoding="utf-8"?>
<ds:datastoreItem xmlns:ds="http://schemas.openxmlformats.org/officeDocument/2006/customXml" ds:itemID="{A28A8C05-2E78-47B0-8F2D-2858FB2AC2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73784-654B-4B23-B3F3-C40521791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45f077-17b9-47d6-a71c-2c2b83e25129"/>
    <ds:schemaRef ds:uri="8fe787a5-7476-4b36-a333-c20c98769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UKCEH PowerPoint Template</Template>
  <TotalTime>30</TotalTime>
  <Words>102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Wingdings</vt:lpstr>
      <vt:lpstr>UKCEH Suisse Medium</vt:lpstr>
      <vt:lpstr>Calibri</vt:lpstr>
      <vt:lpstr>UKCEH Suisse</vt:lpstr>
      <vt:lpstr>UKCEH Suisse Semibold</vt:lpstr>
      <vt:lpstr>Comic Sans MS</vt:lpstr>
      <vt:lpstr>Office Theme</vt:lpstr>
      <vt:lpstr>+Partner Logos</vt:lpstr>
      <vt:lpstr>With Footnotes</vt:lpstr>
      <vt:lpstr>EDST logo </vt:lpstr>
      <vt:lpstr>PowerPoint Presentation</vt:lpstr>
      <vt:lpstr>Light theme logos</vt:lpstr>
      <vt:lpstr>Dark theme logos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Sier</dc:creator>
  <cp:lastModifiedBy>Andy Sier</cp:lastModifiedBy>
  <cp:revision>1</cp:revision>
  <dcterms:created xsi:type="dcterms:W3CDTF">2026-10-02T16:09:02Z</dcterms:created>
  <dcterms:modified xsi:type="dcterms:W3CDTF">2026-10-02T16:39:17Z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0x010100998BE1AAAF81E245A3A403608573A08A</vt:lpwstr>
  </property>
  <property fmtid="{D5CDD505-2E9C-101B-9397-08002B2CF9AE}" pid="3" name="MediaServiceImageTags">
    <vt:lpwstr/>
  </property>
  <property fmtid="{D5CDD505-2E9C-101B-9397-08002B2CF9AE}" pid="4" name="NXPowerLiteLastOptimized">
    <vt:lpwstr>3241497</vt:lpwstr>
  </property>
  <property fmtid="{D5CDD505-2E9C-101B-9397-08002B2CF9AE}" pid="5" name="NXPowerLiteSettings">
    <vt:lpwstr>F70005D002A000</vt:lpwstr>
  </property>
  <property fmtid="{D5CDD505-2E9C-101B-9397-08002B2CF9AE}" pid="6" name="NXPowerLiteVersion">
    <vt:lpwstr>D10.3.2</vt:lpwstr>
  </property>
</Properties>
</file>